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Overpass Black" panose="020B0604020202020204" charset="0"/>
      <p:bold r:id="rId18"/>
      <p:boldItalic r:id="rId19"/>
    </p:embeddedFont>
    <p:embeddedFont>
      <p:font typeface="Roboto" panose="020B0604020202020204" charset="0"/>
      <p:regular r:id="rId20"/>
      <p:bold r:id="rId21"/>
      <p:italic r:id="rId22"/>
      <p:boldItalic r:id="rId23"/>
    </p:embeddedFont>
    <p:embeddedFont>
      <p:font typeface="Overpass" panose="020B0604020202020204" charset="0"/>
      <p:regular r:id="rId24"/>
      <p:bold r:id="rId25"/>
      <p:italic r:id="rId26"/>
      <p:boldItalic r:id="rId27"/>
    </p:embeddedFont>
    <p:embeddedFont>
      <p:font typeface="Rubik" panose="020B0604020202020204" charset="-79"/>
      <p:regular r:id="rId28"/>
      <p:bold r:id="rId29"/>
      <p:italic r:id="rId30"/>
      <p:boldItalic r:id="rId31"/>
    </p:embeddedFont>
    <p:embeddedFont>
      <p:font typeface="Rubik Black" panose="020B0604020202020204" charset="-79"/>
      <p:bold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a03b2fe1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a03b2fe1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841d7bf59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841d7bf59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841d7bf597_1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841d7bf597_1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9e00b207af_1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29e00b207af_1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9e00b207af_1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9e00b207af_1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9e00b207af_1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29e00b207af_1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9e00b207af_1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29e00b207af_1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9e00b207af_1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29e00b207af_1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9e00b207af_1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9e00b207af_1_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9e00b207af_1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9e00b207af_1_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9e00b207af_1_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9e00b207af_1_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9e00b207af_1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9e00b207af_1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9e00b207af_1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9e00b207af_1_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841d7bf597_0_7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841d7bf597_0_7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16500" y="2655200"/>
            <a:ext cx="4645500" cy="13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25822" y="4090600"/>
            <a:ext cx="3812400" cy="4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491519" y="-434710"/>
            <a:ext cx="3370993" cy="3912150"/>
            <a:chOff x="-1491519" y="2460890"/>
            <a:chExt cx="3370993" cy="3912150"/>
          </a:xfrm>
        </p:grpSpPr>
        <p:grpSp>
          <p:nvGrpSpPr>
            <p:cNvPr id="13" name="Google Shape;13;p2"/>
            <p:cNvGrpSpPr/>
            <p:nvPr/>
          </p:nvGrpSpPr>
          <p:grpSpPr>
            <a:xfrm rot="-2700000">
              <a:off x="-1236311" y="4077080"/>
              <a:ext cx="3167166" cy="299397"/>
              <a:chOff x="-304800" y="4182975"/>
              <a:chExt cx="3167197" cy="29940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 rot="-2700000">
              <a:off x="-1849486" y="4077080"/>
              <a:ext cx="3167166" cy="299397"/>
              <a:chOff x="-304800" y="4182975"/>
              <a:chExt cx="3167197" cy="2994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" name="Google Shape;19;p2"/>
            <p:cNvSpPr/>
            <p:nvPr/>
          </p:nvSpPr>
          <p:spPr>
            <a:xfrm rot="-2700000">
              <a:off x="-540907" y="2968275"/>
              <a:ext cx="1559170" cy="2995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" name="Google Shape;20;p2"/>
            <p:cNvGrpSpPr/>
            <p:nvPr/>
          </p:nvGrpSpPr>
          <p:grpSpPr>
            <a:xfrm rot="-2700000">
              <a:off x="-929724" y="4997727"/>
              <a:ext cx="3167166" cy="299397"/>
              <a:chOff x="-304800" y="4182975"/>
              <a:chExt cx="3167197" cy="299400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 rot="-2700000">
              <a:off x="-1542899" y="4997727"/>
              <a:ext cx="3167166" cy="299397"/>
              <a:chOff x="-304800" y="4182975"/>
              <a:chExt cx="3167197" cy="299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" name="Google Shape;2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2354850" y="0"/>
            <a:ext cx="6789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2352225" y="4068275"/>
            <a:ext cx="3457500" cy="65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30" name="Google Shape;30;p3"/>
          <p:cNvGrpSpPr/>
          <p:nvPr/>
        </p:nvGrpSpPr>
        <p:grpSpPr>
          <a:xfrm rot="8100000">
            <a:off x="4167726" y="152417"/>
            <a:ext cx="3167166" cy="299397"/>
            <a:chOff x="-304800" y="4182975"/>
            <a:chExt cx="3167197" cy="299400"/>
          </a:xfrm>
        </p:grpSpPr>
        <p:sp>
          <p:nvSpPr>
            <p:cNvPr id="31" name="Google Shape;31;p3"/>
            <p:cNvSpPr/>
            <p:nvPr/>
          </p:nvSpPr>
          <p:spPr>
            <a:xfrm>
              <a:off x="2539597" y="4182975"/>
              <a:ext cx="322800" cy="29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-304800" y="4182975"/>
              <a:ext cx="2763000" cy="29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33;p3"/>
          <p:cNvGrpSpPr/>
          <p:nvPr/>
        </p:nvGrpSpPr>
        <p:grpSpPr>
          <a:xfrm rot="8100000">
            <a:off x="4780901" y="152417"/>
            <a:ext cx="3167166" cy="299397"/>
            <a:chOff x="-304800" y="4182975"/>
            <a:chExt cx="3167197" cy="299400"/>
          </a:xfrm>
        </p:grpSpPr>
        <p:sp>
          <p:nvSpPr>
            <p:cNvPr id="34" name="Google Shape;34;p3"/>
            <p:cNvSpPr/>
            <p:nvPr/>
          </p:nvSpPr>
          <p:spPr>
            <a:xfrm>
              <a:off x="2539597" y="4182975"/>
              <a:ext cx="322800" cy="29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-304800" y="4182975"/>
              <a:ext cx="2763000" cy="29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3"/>
          <p:cNvSpPr txBox="1">
            <a:spLocks noGrp="1"/>
          </p:cNvSpPr>
          <p:nvPr>
            <p:ph type="title" idx="2" hasCustomPrompt="1"/>
          </p:nvPr>
        </p:nvSpPr>
        <p:spPr>
          <a:xfrm>
            <a:off x="2428425" y="1500475"/>
            <a:ext cx="2611200" cy="22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0"/>
              <a:buNone/>
              <a:defRPr sz="30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0"/>
              <a:buNone/>
              <a:defRPr sz="30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0"/>
              <a:buNone/>
              <a:defRPr sz="30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0"/>
              <a:buNone/>
              <a:defRPr sz="30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0"/>
              <a:buNone/>
              <a:defRPr sz="30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0"/>
              <a:buNone/>
              <a:defRPr sz="30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0"/>
              <a:buNone/>
              <a:defRPr sz="30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0"/>
              <a:buNone/>
              <a:defRPr sz="30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" name="Google Shape;37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body" idx="1"/>
          </p:nvPr>
        </p:nvSpPr>
        <p:spPr>
          <a:xfrm>
            <a:off x="671750" y="127705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  <p:grpSp>
        <p:nvGrpSpPr>
          <p:cNvPr id="40" name="Google Shape;40;p4"/>
          <p:cNvGrpSpPr/>
          <p:nvPr/>
        </p:nvGrpSpPr>
        <p:grpSpPr>
          <a:xfrm>
            <a:off x="-4274" y="572458"/>
            <a:ext cx="1253474" cy="328534"/>
            <a:chOff x="-8549" y="582500"/>
            <a:chExt cx="1253474" cy="328534"/>
          </a:xfrm>
        </p:grpSpPr>
        <p:sp>
          <p:nvSpPr>
            <p:cNvPr id="41" name="Google Shape;41;p4"/>
            <p:cNvSpPr/>
            <p:nvPr/>
          </p:nvSpPr>
          <p:spPr>
            <a:xfrm rot="5400000">
              <a:off x="253776" y="320175"/>
              <a:ext cx="328525" cy="853174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 rot="5400000">
              <a:off x="914547" y="580657"/>
              <a:ext cx="328525" cy="332230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1243050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5"/>
          <p:cNvGrpSpPr/>
          <p:nvPr/>
        </p:nvGrpSpPr>
        <p:grpSpPr>
          <a:xfrm>
            <a:off x="6949919" y="-1142700"/>
            <a:ext cx="3370993" cy="3371877"/>
            <a:chOff x="6949919" y="-1142700"/>
            <a:chExt cx="3370993" cy="3371877"/>
          </a:xfrm>
        </p:grpSpPr>
        <p:grpSp>
          <p:nvGrpSpPr>
            <p:cNvPr id="47" name="Google Shape;47;p5"/>
            <p:cNvGrpSpPr/>
            <p:nvPr/>
          </p:nvGrpSpPr>
          <p:grpSpPr>
            <a:xfrm rot="8100000">
              <a:off x="6591951" y="-66783"/>
              <a:ext cx="3167166" cy="299397"/>
              <a:chOff x="-304800" y="4182975"/>
              <a:chExt cx="3167197" cy="299400"/>
            </a:xfrm>
          </p:grpSpPr>
          <p:sp>
            <p:nvSpPr>
              <p:cNvPr id="48" name="Google Shape;48;p5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5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5"/>
            <p:cNvGrpSpPr/>
            <p:nvPr/>
          </p:nvGrpSpPr>
          <p:grpSpPr>
            <a:xfrm rot="8100000">
              <a:off x="7205126" y="-66783"/>
              <a:ext cx="3167166" cy="299397"/>
              <a:chOff x="-304800" y="4182975"/>
              <a:chExt cx="3167197" cy="299400"/>
            </a:xfrm>
          </p:grpSpPr>
          <p:sp>
            <p:nvSpPr>
              <p:cNvPr id="51" name="Google Shape;51;p5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5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" name="Google Shape;53;p5"/>
            <p:cNvSpPr/>
            <p:nvPr/>
          </p:nvSpPr>
          <p:spPr>
            <a:xfrm rot="8100000">
              <a:off x="7243633" y="710788"/>
              <a:ext cx="2762808" cy="2995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 rot="8100000">
              <a:off x="8691136" y="1254041"/>
              <a:ext cx="1226123" cy="2995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" name="Google Shape;55;p5"/>
            <p:cNvGrpSpPr/>
            <p:nvPr/>
          </p:nvGrpSpPr>
          <p:grpSpPr>
            <a:xfrm rot="8100000">
              <a:off x="7511714" y="853864"/>
              <a:ext cx="3167166" cy="299397"/>
              <a:chOff x="-304800" y="4182975"/>
              <a:chExt cx="3167197" cy="299400"/>
            </a:xfrm>
          </p:grpSpPr>
          <p:sp>
            <p:nvSpPr>
              <p:cNvPr id="56" name="Google Shape;56;p5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8" name="Google Shape;58;p5"/>
          <p:cNvSpPr txBox="1">
            <a:spLocks noGrp="1"/>
          </p:cNvSpPr>
          <p:nvPr>
            <p:ph type="subTitle" idx="1"/>
          </p:nvPr>
        </p:nvSpPr>
        <p:spPr>
          <a:xfrm>
            <a:off x="797825" y="3107625"/>
            <a:ext cx="2435400" cy="5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verpass Black"/>
              <a:buNone/>
              <a:defRPr sz="1800"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2"/>
          </p:nvPr>
        </p:nvSpPr>
        <p:spPr>
          <a:xfrm>
            <a:off x="797825" y="3535929"/>
            <a:ext cx="25032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3"/>
          </p:nvPr>
        </p:nvSpPr>
        <p:spPr>
          <a:xfrm>
            <a:off x="4399200" y="3107625"/>
            <a:ext cx="2435400" cy="5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verpass Black"/>
              <a:buNone/>
              <a:defRPr sz="1800"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4"/>
          </p:nvPr>
        </p:nvSpPr>
        <p:spPr>
          <a:xfrm>
            <a:off x="4399200" y="3535929"/>
            <a:ext cx="25032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title"/>
          </p:nvPr>
        </p:nvSpPr>
        <p:spPr>
          <a:xfrm>
            <a:off x="1244928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63" name="Google Shape;63;p5"/>
          <p:cNvGrpSpPr/>
          <p:nvPr/>
        </p:nvGrpSpPr>
        <p:grpSpPr>
          <a:xfrm>
            <a:off x="-4274" y="572458"/>
            <a:ext cx="1253474" cy="328534"/>
            <a:chOff x="-8549" y="582500"/>
            <a:chExt cx="1253474" cy="328534"/>
          </a:xfrm>
        </p:grpSpPr>
        <p:sp>
          <p:nvSpPr>
            <p:cNvPr id="64" name="Google Shape;64;p5"/>
            <p:cNvSpPr/>
            <p:nvPr/>
          </p:nvSpPr>
          <p:spPr>
            <a:xfrm rot="5400000">
              <a:off x="253776" y="320175"/>
              <a:ext cx="328525" cy="853174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 rot="5400000">
              <a:off x="914547" y="580657"/>
              <a:ext cx="328525" cy="332230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6"/>
          <p:cNvGrpSpPr/>
          <p:nvPr/>
        </p:nvGrpSpPr>
        <p:grpSpPr>
          <a:xfrm>
            <a:off x="-1491519" y="105563"/>
            <a:ext cx="3064406" cy="2451231"/>
            <a:chOff x="-1491519" y="3001163"/>
            <a:chExt cx="3064406" cy="2451231"/>
          </a:xfrm>
        </p:grpSpPr>
        <p:grpSp>
          <p:nvGrpSpPr>
            <p:cNvPr id="69" name="Google Shape;69;p6"/>
            <p:cNvGrpSpPr/>
            <p:nvPr/>
          </p:nvGrpSpPr>
          <p:grpSpPr>
            <a:xfrm rot="-2700000">
              <a:off x="-1236311" y="4077080"/>
              <a:ext cx="3167166" cy="299397"/>
              <a:chOff x="-304800" y="4182975"/>
              <a:chExt cx="3167197" cy="299400"/>
            </a:xfrm>
          </p:grpSpPr>
          <p:sp>
            <p:nvSpPr>
              <p:cNvPr id="70" name="Google Shape;70;p6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6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" name="Google Shape;72;p6"/>
            <p:cNvGrpSpPr/>
            <p:nvPr/>
          </p:nvGrpSpPr>
          <p:grpSpPr>
            <a:xfrm rot="-2700000">
              <a:off x="-1849486" y="4077080"/>
              <a:ext cx="3167166" cy="299397"/>
              <a:chOff x="-304800" y="4182975"/>
              <a:chExt cx="3167197" cy="299400"/>
            </a:xfrm>
          </p:grpSpPr>
          <p:sp>
            <p:nvSpPr>
              <p:cNvPr id="73" name="Google Shape;73;p6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6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5" name="Google Shape;75;p6"/>
          <p:cNvSpPr txBox="1">
            <a:spLocks noGrp="1"/>
          </p:cNvSpPr>
          <p:nvPr>
            <p:ph type="title"/>
          </p:nvPr>
        </p:nvSpPr>
        <p:spPr>
          <a:xfrm>
            <a:off x="1696075" y="522375"/>
            <a:ext cx="61986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6" name="Google Shape;76;p6"/>
          <p:cNvGrpSpPr/>
          <p:nvPr/>
        </p:nvGrpSpPr>
        <p:grpSpPr>
          <a:xfrm rot="10800000">
            <a:off x="7894801" y="572458"/>
            <a:ext cx="1253474" cy="328534"/>
            <a:chOff x="-8549" y="582500"/>
            <a:chExt cx="1253474" cy="328534"/>
          </a:xfrm>
        </p:grpSpPr>
        <p:sp>
          <p:nvSpPr>
            <p:cNvPr id="77" name="Google Shape;77;p6"/>
            <p:cNvSpPr/>
            <p:nvPr/>
          </p:nvSpPr>
          <p:spPr>
            <a:xfrm rot="5400000">
              <a:off x="253776" y="320175"/>
              <a:ext cx="328525" cy="853174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 rot="5400000">
              <a:off x="914547" y="580657"/>
              <a:ext cx="328525" cy="332230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>
            <a:spLocks noGrp="1"/>
          </p:cNvSpPr>
          <p:nvPr>
            <p:ph type="subTitle" idx="1"/>
          </p:nvPr>
        </p:nvSpPr>
        <p:spPr>
          <a:xfrm>
            <a:off x="6124125" y="2307550"/>
            <a:ext cx="2201700" cy="19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82" name="Google Shape;82;p7"/>
          <p:cNvGrpSpPr/>
          <p:nvPr/>
        </p:nvGrpSpPr>
        <p:grpSpPr>
          <a:xfrm rot="10800000">
            <a:off x="7894801" y="572458"/>
            <a:ext cx="1253474" cy="328534"/>
            <a:chOff x="-8549" y="582500"/>
            <a:chExt cx="1253474" cy="328534"/>
          </a:xfrm>
        </p:grpSpPr>
        <p:sp>
          <p:nvSpPr>
            <p:cNvPr id="83" name="Google Shape;83;p7"/>
            <p:cNvSpPr/>
            <p:nvPr/>
          </p:nvSpPr>
          <p:spPr>
            <a:xfrm rot="5400000">
              <a:off x="253776" y="320175"/>
              <a:ext cx="328525" cy="853174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 rot="5400000">
              <a:off x="914547" y="580657"/>
              <a:ext cx="328525" cy="332230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1696075" y="522375"/>
            <a:ext cx="61986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>
            <a:spLocks noGrp="1"/>
          </p:cNvSpPr>
          <p:nvPr>
            <p:ph type="title"/>
          </p:nvPr>
        </p:nvSpPr>
        <p:spPr>
          <a:xfrm>
            <a:off x="965350" y="1569350"/>
            <a:ext cx="4911000" cy="15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9" name="Google Shape;89;p8"/>
          <p:cNvGrpSpPr/>
          <p:nvPr/>
        </p:nvGrpSpPr>
        <p:grpSpPr>
          <a:xfrm>
            <a:off x="6949919" y="-1142700"/>
            <a:ext cx="3813434" cy="5379074"/>
            <a:chOff x="6949919" y="-1142700"/>
            <a:chExt cx="3813434" cy="5379074"/>
          </a:xfrm>
        </p:grpSpPr>
        <p:grpSp>
          <p:nvGrpSpPr>
            <p:cNvPr id="90" name="Google Shape;90;p8"/>
            <p:cNvGrpSpPr/>
            <p:nvPr/>
          </p:nvGrpSpPr>
          <p:grpSpPr>
            <a:xfrm rot="8100000">
              <a:off x="6591951" y="-66783"/>
              <a:ext cx="3167166" cy="299397"/>
              <a:chOff x="-304800" y="4182975"/>
              <a:chExt cx="3167197" cy="299400"/>
            </a:xfrm>
          </p:grpSpPr>
          <p:sp>
            <p:nvSpPr>
              <p:cNvPr id="91" name="Google Shape;91;p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" name="Google Shape;93;p8"/>
            <p:cNvGrpSpPr/>
            <p:nvPr/>
          </p:nvGrpSpPr>
          <p:grpSpPr>
            <a:xfrm rot="8100000">
              <a:off x="7205126" y="-66783"/>
              <a:ext cx="3167166" cy="299397"/>
              <a:chOff x="-304800" y="4182975"/>
              <a:chExt cx="3167197" cy="299400"/>
            </a:xfrm>
          </p:grpSpPr>
          <p:sp>
            <p:nvSpPr>
              <p:cNvPr id="94" name="Google Shape;94;p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8"/>
            <p:cNvSpPr/>
            <p:nvPr/>
          </p:nvSpPr>
          <p:spPr>
            <a:xfrm rot="8100000">
              <a:off x="7243633" y="710788"/>
              <a:ext cx="2762808" cy="29953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" name="Google Shape;97;p8"/>
            <p:cNvGrpSpPr/>
            <p:nvPr/>
          </p:nvGrpSpPr>
          <p:grpSpPr>
            <a:xfrm rot="8100000">
              <a:off x="7034392" y="1940414"/>
              <a:ext cx="3167166" cy="299397"/>
              <a:chOff x="-304800" y="4182975"/>
              <a:chExt cx="3167197" cy="299400"/>
            </a:xfrm>
          </p:grpSpPr>
          <p:sp>
            <p:nvSpPr>
              <p:cNvPr id="98" name="Google Shape;98;p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8"/>
            <p:cNvGrpSpPr/>
            <p:nvPr/>
          </p:nvGrpSpPr>
          <p:grpSpPr>
            <a:xfrm rot="8100000">
              <a:off x="7647567" y="1940414"/>
              <a:ext cx="3167166" cy="299397"/>
              <a:chOff x="-304800" y="4182975"/>
              <a:chExt cx="3167197" cy="299400"/>
            </a:xfrm>
          </p:grpSpPr>
          <p:sp>
            <p:nvSpPr>
              <p:cNvPr id="101" name="Google Shape;101;p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8"/>
            <p:cNvGrpSpPr/>
            <p:nvPr/>
          </p:nvGrpSpPr>
          <p:grpSpPr>
            <a:xfrm rot="8100000">
              <a:off x="7340979" y="2861061"/>
              <a:ext cx="3167166" cy="299397"/>
              <a:chOff x="-304800" y="4182975"/>
              <a:chExt cx="3167197" cy="299400"/>
            </a:xfrm>
          </p:grpSpPr>
          <p:sp>
            <p:nvSpPr>
              <p:cNvPr id="104" name="Google Shape;104;p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8"/>
            <p:cNvGrpSpPr/>
            <p:nvPr/>
          </p:nvGrpSpPr>
          <p:grpSpPr>
            <a:xfrm rot="8100000">
              <a:off x="7954154" y="2861061"/>
              <a:ext cx="3167166" cy="299397"/>
              <a:chOff x="-304800" y="4182975"/>
              <a:chExt cx="3167197" cy="299400"/>
            </a:xfrm>
          </p:grpSpPr>
          <p:sp>
            <p:nvSpPr>
              <p:cNvPr id="107" name="Google Shape;107;p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" name="Google Shape;109;p8"/>
            <p:cNvGrpSpPr/>
            <p:nvPr/>
          </p:nvGrpSpPr>
          <p:grpSpPr>
            <a:xfrm rot="8100000">
              <a:off x="7511714" y="853864"/>
              <a:ext cx="3167166" cy="299397"/>
              <a:chOff x="-304800" y="4182975"/>
              <a:chExt cx="3167197" cy="299400"/>
            </a:xfrm>
          </p:grpSpPr>
          <p:sp>
            <p:nvSpPr>
              <p:cNvPr id="110" name="Google Shape;110;p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2" name="Google Shape;112;p8"/>
          <p:cNvSpPr txBox="1">
            <a:spLocks noGrp="1"/>
          </p:cNvSpPr>
          <p:nvPr>
            <p:ph type="subTitle" idx="1"/>
          </p:nvPr>
        </p:nvSpPr>
        <p:spPr>
          <a:xfrm>
            <a:off x="965350" y="3200475"/>
            <a:ext cx="47034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0" y="1640850"/>
            <a:ext cx="807600" cy="1861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2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9"/>
          <p:cNvGrpSpPr/>
          <p:nvPr/>
        </p:nvGrpSpPr>
        <p:grpSpPr>
          <a:xfrm>
            <a:off x="6949919" y="-1142700"/>
            <a:ext cx="3813434" cy="5379074"/>
            <a:chOff x="6949919" y="-1142700"/>
            <a:chExt cx="3813434" cy="5379074"/>
          </a:xfrm>
        </p:grpSpPr>
        <p:grpSp>
          <p:nvGrpSpPr>
            <p:cNvPr id="117" name="Google Shape;117;p9"/>
            <p:cNvGrpSpPr/>
            <p:nvPr/>
          </p:nvGrpSpPr>
          <p:grpSpPr>
            <a:xfrm rot="8100000">
              <a:off x="6591951" y="-66783"/>
              <a:ext cx="3167166" cy="299397"/>
              <a:chOff x="-304800" y="4182975"/>
              <a:chExt cx="3167197" cy="299400"/>
            </a:xfrm>
          </p:grpSpPr>
          <p:sp>
            <p:nvSpPr>
              <p:cNvPr id="118" name="Google Shape;118;p9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9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" name="Google Shape;120;p9"/>
            <p:cNvGrpSpPr/>
            <p:nvPr/>
          </p:nvGrpSpPr>
          <p:grpSpPr>
            <a:xfrm rot="8100000">
              <a:off x="7205126" y="-66783"/>
              <a:ext cx="3167166" cy="299397"/>
              <a:chOff x="-304800" y="4182975"/>
              <a:chExt cx="3167197" cy="299400"/>
            </a:xfrm>
          </p:grpSpPr>
          <p:sp>
            <p:nvSpPr>
              <p:cNvPr id="121" name="Google Shape;121;p9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9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" name="Google Shape;123;p9"/>
            <p:cNvSpPr/>
            <p:nvPr/>
          </p:nvSpPr>
          <p:spPr>
            <a:xfrm rot="8100000">
              <a:off x="7243633" y="710788"/>
              <a:ext cx="2762808" cy="2995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" name="Google Shape;124;p9"/>
            <p:cNvGrpSpPr/>
            <p:nvPr/>
          </p:nvGrpSpPr>
          <p:grpSpPr>
            <a:xfrm rot="8100000">
              <a:off x="7034392" y="1940414"/>
              <a:ext cx="3167166" cy="299397"/>
              <a:chOff x="-304800" y="4182975"/>
              <a:chExt cx="3167197" cy="299400"/>
            </a:xfrm>
          </p:grpSpPr>
          <p:sp>
            <p:nvSpPr>
              <p:cNvPr id="125" name="Google Shape;125;p9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9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" name="Google Shape;127;p9"/>
            <p:cNvGrpSpPr/>
            <p:nvPr/>
          </p:nvGrpSpPr>
          <p:grpSpPr>
            <a:xfrm rot="8100000">
              <a:off x="7647567" y="1940414"/>
              <a:ext cx="3167166" cy="299397"/>
              <a:chOff x="-304800" y="4182975"/>
              <a:chExt cx="3167197" cy="299400"/>
            </a:xfrm>
          </p:grpSpPr>
          <p:sp>
            <p:nvSpPr>
              <p:cNvPr id="128" name="Google Shape;128;p9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9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9"/>
            <p:cNvGrpSpPr/>
            <p:nvPr/>
          </p:nvGrpSpPr>
          <p:grpSpPr>
            <a:xfrm rot="8100000">
              <a:off x="7340979" y="2861061"/>
              <a:ext cx="3167166" cy="299397"/>
              <a:chOff x="-304800" y="4182975"/>
              <a:chExt cx="3167197" cy="299400"/>
            </a:xfrm>
          </p:grpSpPr>
          <p:sp>
            <p:nvSpPr>
              <p:cNvPr id="131" name="Google Shape;131;p9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9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" name="Google Shape;133;p9"/>
            <p:cNvGrpSpPr/>
            <p:nvPr/>
          </p:nvGrpSpPr>
          <p:grpSpPr>
            <a:xfrm rot="8100000">
              <a:off x="7954154" y="2861061"/>
              <a:ext cx="3167166" cy="299397"/>
              <a:chOff x="-304800" y="4182975"/>
              <a:chExt cx="3167197" cy="299400"/>
            </a:xfrm>
          </p:grpSpPr>
          <p:sp>
            <p:nvSpPr>
              <p:cNvPr id="134" name="Google Shape;134;p9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9"/>
            <p:cNvGrpSpPr/>
            <p:nvPr/>
          </p:nvGrpSpPr>
          <p:grpSpPr>
            <a:xfrm rot="8100000">
              <a:off x="7511714" y="853864"/>
              <a:ext cx="3167166" cy="299397"/>
              <a:chOff x="-304800" y="4182975"/>
              <a:chExt cx="3167197" cy="299400"/>
            </a:xfrm>
          </p:grpSpPr>
          <p:sp>
            <p:nvSpPr>
              <p:cNvPr id="137" name="Google Shape;137;p9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9" name="Google Shape;139;p9"/>
          <p:cNvSpPr txBox="1">
            <a:spLocks noGrp="1"/>
          </p:cNvSpPr>
          <p:nvPr>
            <p:ph type="subTitle" idx="1"/>
          </p:nvPr>
        </p:nvSpPr>
        <p:spPr>
          <a:xfrm>
            <a:off x="833700" y="1455050"/>
            <a:ext cx="3155400" cy="45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Overpass Black"/>
              <a:buNone/>
              <a:defRPr sz="1800">
                <a:solidFill>
                  <a:schemeClr val="lt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subTitle" idx="2"/>
          </p:nvPr>
        </p:nvSpPr>
        <p:spPr>
          <a:xfrm>
            <a:off x="833700" y="1937499"/>
            <a:ext cx="2503200" cy="11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9"/>
          <p:cNvSpPr txBox="1">
            <a:spLocks noGrp="1"/>
          </p:cNvSpPr>
          <p:nvPr>
            <p:ph type="title"/>
          </p:nvPr>
        </p:nvSpPr>
        <p:spPr>
          <a:xfrm>
            <a:off x="1244928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42" name="Google Shape;142;p9"/>
          <p:cNvGrpSpPr/>
          <p:nvPr/>
        </p:nvGrpSpPr>
        <p:grpSpPr>
          <a:xfrm>
            <a:off x="-4274" y="572458"/>
            <a:ext cx="1253474" cy="328534"/>
            <a:chOff x="-8549" y="582500"/>
            <a:chExt cx="1253474" cy="328534"/>
          </a:xfrm>
        </p:grpSpPr>
        <p:sp>
          <p:nvSpPr>
            <p:cNvPr id="143" name="Google Shape;143;p9"/>
            <p:cNvSpPr/>
            <p:nvPr/>
          </p:nvSpPr>
          <p:spPr>
            <a:xfrm rot="5400000">
              <a:off x="253776" y="320175"/>
              <a:ext cx="328525" cy="853174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9"/>
            <p:cNvSpPr/>
            <p:nvPr/>
          </p:nvSpPr>
          <p:spPr>
            <a:xfrm rot="5400000">
              <a:off x="914547" y="580657"/>
              <a:ext cx="328525" cy="332230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/>
          <p:nvPr/>
        </p:nvSpPr>
        <p:spPr>
          <a:xfrm>
            <a:off x="0" y="1640850"/>
            <a:ext cx="807600" cy="186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"/>
          <p:cNvSpPr txBox="1">
            <a:spLocks noGrp="1"/>
          </p:cNvSpPr>
          <p:nvPr>
            <p:ph type="title"/>
          </p:nvPr>
        </p:nvSpPr>
        <p:spPr>
          <a:xfrm>
            <a:off x="968500" y="1640775"/>
            <a:ext cx="2900100" cy="18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Rubik Black"/>
              <a:buNone/>
              <a:defRPr sz="2000" b="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9" name="Google Shape;149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>
            <a:spLocks noGrp="1"/>
          </p:cNvSpPr>
          <p:nvPr>
            <p:ph type="title" hasCustomPrompt="1"/>
          </p:nvPr>
        </p:nvSpPr>
        <p:spPr>
          <a:xfrm>
            <a:off x="2613825" y="1106125"/>
            <a:ext cx="33042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52" name="Google Shape;152;p11"/>
          <p:cNvGrpSpPr/>
          <p:nvPr/>
        </p:nvGrpSpPr>
        <p:grpSpPr>
          <a:xfrm>
            <a:off x="7633122" y="1542425"/>
            <a:ext cx="3064406" cy="3371877"/>
            <a:chOff x="7709322" y="1333607"/>
            <a:chExt cx="3064406" cy="3371877"/>
          </a:xfrm>
        </p:grpSpPr>
        <p:grpSp>
          <p:nvGrpSpPr>
            <p:cNvPr id="153" name="Google Shape;153;p11"/>
            <p:cNvGrpSpPr/>
            <p:nvPr/>
          </p:nvGrpSpPr>
          <p:grpSpPr>
            <a:xfrm rot="8100000">
              <a:off x="7657942" y="2409523"/>
              <a:ext cx="3167166" cy="299397"/>
              <a:chOff x="-304800" y="4182975"/>
              <a:chExt cx="3167197" cy="299400"/>
            </a:xfrm>
          </p:grpSpPr>
          <p:sp>
            <p:nvSpPr>
              <p:cNvPr id="154" name="Google Shape;154;p11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1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11"/>
            <p:cNvGrpSpPr/>
            <p:nvPr/>
          </p:nvGrpSpPr>
          <p:grpSpPr>
            <a:xfrm rot="8100000">
              <a:off x="7351354" y="3330170"/>
              <a:ext cx="3167166" cy="299397"/>
              <a:chOff x="-304800" y="4182975"/>
              <a:chExt cx="3167197" cy="299400"/>
            </a:xfrm>
          </p:grpSpPr>
          <p:sp>
            <p:nvSpPr>
              <p:cNvPr id="157" name="Google Shape;157;p11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 rot="8100000">
              <a:off x="7964529" y="3330170"/>
              <a:ext cx="3167166" cy="299397"/>
              <a:chOff x="-304800" y="4182975"/>
              <a:chExt cx="3167197" cy="299400"/>
            </a:xfrm>
          </p:grpSpPr>
          <p:sp>
            <p:nvSpPr>
              <p:cNvPr id="160" name="Google Shape;160;p11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2" name="Google Shape;162;p11"/>
          <p:cNvSpPr txBox="1">
            <a:spLocks noGrp="1"/>
          </p:cNvSpPr>
          <p:nvPr>
            <p:ph type="subTitle" idx="1"/>
          </p:nvPr>
        </p:nvSpPr>
        <p:spPr>
          <a:xfrm>
            <a:off x="2708200" y="2904950"/>
            <a:ext cx="3115500" cy="6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163" name="Google Shape;163;p11"/>
          <p:cNvGrpSpPr/>
          <p:nvPr/>
        </p:nvGrpSpPr>
        <p:grpSpPr>
          <a:xfrm>
            <a:off x="-1491519" y="105563"/>
            <a:ext cx="3064406" cy="2451231"/>
            <a:chOff x="-1491519" y="3001163"/>
            <a:chExt cx="3064406" cy="2451231"/>
          </a:xfrm>
        </p:grpSpPr>
        <p:grpSp>
          <p:nvGrpSpPr>
            <p:cNvPr id="164" name="Google Shape;164;p11"/>
            <p:cNvGrpSpPr/>
            <p:nvPr/>
          </p:nvGrpSpPr>
          <p:grpSpPr>
            <a:xfrm rot="-2700000">
              <a:off x="-1236311" y="4077080"/>
              <a:ext cx="3167166" cy="299397"/>
              <a:chOff x="-304800" y="4182975"/>
              <a:chExt cx="3167197" cy="299400"/>
            </a:xfrm>
          </p:grpSpPr>
          <p:sp>
            <p:nvSpPr>
              <p:cNvPr id="165" name="Google Shape;165;p11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" name="Google Shape;167;p11"/>
            <p:cNvGrpSpPr/>
            <p:nvPr/>
          </p:nvGrpSpPr>
          <p:grpSpPr>
            <a:xfrm rot="-2700000">
              <a:off x="-1849486" y="4077080"/>
              <a:ext cx="3167166" cy="299397"/>
              <a:chOff x="-304800" y="4182975"/>
              <a:chExt cx="3167197" cy="299400"/>
            </a:xfrm>
          </p:grpSpPr>
          <p:sp>
            <p:nvSpPr>
              <p:cNvPr id="168" name="Google Shape;168;p11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0" name="Google Shape;170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subTitle" idx="1"/>
          </p:nvPr>
        </p:nvSpPr>
        <p:spPr>
          <a:xfrm>
            <a:off x="6298796" y="3714346"/>
            <a:ext cx="21768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verpass Black"/>
              <a:buNone/>
              <a:defRPr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2"/>
          </p:nvPr>
        </p:nvSpPr>
        <p:spPr>
          <a:xfrm>
            <a:off x="3524184" y="3714346"/>
            <a:ext cx="21768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verpass Black"/>
              <a:buNone/>
              <a:defRPr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3"/>
          </p:nvPr>
        </p:nvSpPr>
        <p:spPr>
          <a:xfrm>
            <a:off x="797825" y="3714346"/>
            <a:ext cx="21768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verpass Black"/>
              <a:buNone/>
              <a:defRPr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4"/>
          </p:nvPr>
        </p:nvSpPr>
        <p:spPr>
          <a:xfrm>
            <a:off x="3524177" y="1965375"/>
            <a:ext cx="21768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verpass Black"/>
              <a:buNone/>
              <a:defRPr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5"/>
          </p:nvPr>
        </p:nvSpPr>
        <p:spPr>
          <a:xfrm>
            <a:off x="797825" y="1965375"/>
            <a:ext cx="21768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verpass Black"/>
              <a:buNone/>
              <a:defRPr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hasCustomPrompt="1"/>
          </p:nvPr>
        </p:nvSpPr>
        <p:spPr>
          <a:xfrm>
            <a:off x="6402943" y="3161443"/>
            <a:ext cx="552900" cy="5529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6"/>
          </p:nvPr>
        </p:nvSpPr>
        <p:spPr>
          <a:xfrm>
            <a:off x="6298789" y="4115229"/>
            <a:ext cx="2176800" cy="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 idx="7" hasCustomPrompt="1"/>
          </p:nvPr>
        </p:nvSpPr>
        <p:spPr>
          <a:xfrm>
            <a:off x="3628335" y="3161443"/>
            <a:ext cx="552900" cy="5529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2" name="Google Shape;182;p13"/>
          <p:cNvSpPr txBox="1">
            <a:spLocks noGrp="1"/>
          </p:cNvSpPr>
          <p:nvPr>
            <p:ph type="subTitle" idx="8"/>
          </p:nvPr>
        </p:nvSpPr>
        <p:spPr>
          <a:xfrm>
            <a:off x="3524182" y="4115229"/>
            <a:ext cx="2176800" cy="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9" hasCustomPrompt="1"/>
          </p:nvPr>
        </p:nvSpPr>
        <p:spPr>
          <a:xfrm>
            <a:off x="911299" y="3161443"/>
            <a:ext cx="552900" cy="5529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13"/>
          </p:nvPr>
        </p:nvSpPr>
        <p:spPr>
          <a:xfrm>
            <a:off x="797828" y="4115229"/>
            <a:ext cx="2176800" cy="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14" hasCustomPrompt="1"/>
          </p:nvPr>
        </p:nvSpPr>
        <p:spPr>
          <a:xfrm>
            <a:off x="3628335" y="1412450"/>
            <a:ext cx="552900" cy="5529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5"/>
          </p:nvPr>
        </p:nvSpPr>
        <p:spPr>
          <a:xfrm>
            <a:off x="3524182" y="2366236"/>
            <a:ext cx="2176800" cy="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idx="16" hasCustomPrompt="1"/>
          </p:nvPr>
        </p:nvSpPr>
        <p:spPr>
          <a:xfrm>
            <a:off x="911299" y="1412450"/>
            <a:ext cx="552900" cy="5529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7"/>
          </p:nvPr>
        </p:nvSpPr>
        <p:spPr>
          <a:xfrm>
            <a:off x="797828" y="2366236"/>
            <a:ext cx="2176800" cy="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grpSp>
        <p:nvGrpSpPr>
          <p:cNvPr id="189" name="Google Shape;189;p13"/>
          <p:cNvGrpSpPr/>
          <p:nvPr/>
        </p:nvGrpSpPr>
        <p:grpSpPr>
          <a:xfrm>
            <a:off x="6949919" y="-1142700"/>
            <a:ext cx="3370993" cy="3371877"/>
            <a:chOff x="6949919" y="-1142700"/>
            <a:chExt cx="3370993" cy="3371877"/>
          </a:xfrm>
        </p:grpSpPr>
        <p:grpSp>
          <p:nvGrpSpPr>
            <p:cNvPr id="190" name="Google Shape;190;p13"/>
            <p:cNvGrpSpPr/>
            <p:nvPr/>
          </p:nvGrpSpPr>
          <p:grpSpPr>
            <a:xfrm rot="8100000">
              <a:off x="6591951" y="-66783"/>
              <a:ext cx="3167166" cy="299397"/>
              <a:chOff x="-304800" y="4182975"/>
              <a:chExt cx="3167197" cy="299400"/>
            </a:xfrm>
          </p:grpSpPr>
          <p:sp>
            <p:nvSpPr>
              <p:cNvPr id="191" name="Google Shape;191;p13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" name="Google Shape;193;p13"/>
            <p:cNvGrpSpPr/>
            <p:nvPr/>
          </p:nvGrpSpPr>
          <p:grpSpPr>
            <a:xfrm rot="8100000">
              <a:off x="7205126" y="-66783"/>
              <a:ext cx="3167166" cy="299397"/>
              <a:chOff x="-304800" y="4182975"/>
              <a:chExt cx="3167197" cy="299400"/>
            </a:xfrm>
          </p:grpSpPr>
          <p:sp>
            <p:nvSpPr>
              <p:cNvPr id="194" name="Google Shape;194;p13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3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6" name="Google Shape;196;p13"/>
            <p:cNvSpPr/>
            <p:nvPr/>
          </p:nvSpPr>
          <p:spPr>
            <a:xfrm rot="8100000">
              <a:off x="7243633" y="710788"/>
              <a:ext cx="2762808" cy="2995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 rot="8100000">
              <a:off x="8691136" y="1254041"/>
              <a:ext cx="1226123" cy="2995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8" name="Google Shape;198;p13"/>
            <p:cNvGrpSpPr/>
            <p:nvPr/>
          </p:nvGrpSpPr>
          <p:grpSpPr>
            <a:xfrm rot="8100000">
              <a:off x="7511714" y="853864"/>
              <a:ext cx="3167166" cy="299397"/>
              <a:chOff x="-304800" y="4182975"/>
              <a:chExt cx="3167197" cy="299400"/>
            </a:xfrm>
          </p:grpSpPr>
          <p:sp>
            <p:nvSpPr>
              <p:cNvPr id="199" name="Google Shape;199;p13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3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1" name="Google Shape;201;p13"/>
          <p:cNvGrpSpPr/>
          <p:nvPr/>
        </p:nvGrpSpPr>
        <p:grpSpPr>
          <a:xfrm>
            <a:off x="-4274" y="572458"/>
            <a:ext cx="1253474" cy="328534"/>
            <a:chOff x="-8549" y="582500"/>
            <a:chExt cx="1253474" cy="328534"/>
          </a:xfrm>
        </p:grpSpPr>
        <p:sp>
          <p:nvSpPr>
            <p:cNvPr id="202" name="Google Shape;202;p13"/>
            <p:cNvSpPr/>
            <p:nvPr/>
          </p:nvSpPr>
          <p:spPr>
            <a:xfrm rot="5400000">
              <a:off x="253776" y="320175"/>
              <a:ext cx="328525" cy="853174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 rot="5400000">
              <a:off x="914547" y="580657"/>
              <a:ext cx="328525" cy="332230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" name="Google Shape;204;p13"/>
          <p:cNvSpPr txBox="1">
            <a:spLocks noGrp="1"/>
          </p:cNvSpPr>
          <p:nvPr>
            <p:ph type="title" idx="18"/>
          </p:nvPr>
        </p:nvSpPr>
        <p:spPr>
          <a:xfrm>
            <a:off x="1244928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bg>
      <p:bgPr>
        <a:solidFill>
          <a:schemeClr val="lt2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4"/>
          <p:cNvGrpSpPr/>
          <p:nvPr/>
        </p:nvGrpSpPr>
        <p:grpSpPr>
          <a:xfrm rot="8100000">
            <a:off x="6591951" y="-66783"/>
            <a:ext cx="3167166" cy="299397"/>
            <a:chOff x="-304800" y="4182975"/>
            <a:chExt cx="3167197" cy="299400"/>
          </a:xfrm>
        </p:grpSpPr>
        <p:sp>
          <p:nvSpPr>
            <p:cNvPr id="208" name="Google Shape;208;p14"/>
            <p:cNvSpPr/>
            <p:nvPr/>
          </p:nvSpPr>
          <p:spPr>
            <a:xfrm>
              <a:off x="2539597" y="4182975"/>
              <a:ext cx="322800" cy="29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-304800" y="4182975"/>
              <a:ext cx="2763000" cy="29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14"/>
          <p:cNvGrpSpPr/>
          <p:nvPr/>
        </p:nvGrpSpPr>
        <p:grpSpPr>
          <a:xfrm rot="8100000">
            <a:off x="7205126" y="-66783"/>
            <a:ext cx="3167166" cy="299397"/>
            <a:chOff x="-304800" y="4182975"/>
            <a:chExt cx="3167197" cy="299400"/>
          </a:xfrm>
        </p:grpSpPr>
        <p:sp>
          <p:nvSpPr>
            <p:cNvPr id="211" name="Google Shape;211;p14"/>
            <p:cNvSpPr/>
            <p:nvPr/>
          </p:nvSpPr>
          <p:spPr>
            <a:xfrm>
              <a:off x="2539597" y="4182975"/>
              <a:ext cx="322800" cy="29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-304800" y="4182975"/>
              <a:ext cx="2763000" cy="29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14"/>
          <p:cNvSpPr txBox="1">
            <a:spLocks noGrp="1"/>
          </p:cNvSpPr>
          <p:nvPr>
            <p:ph type="subTitle" idx="1"/>
          </p:nvPr>
        </p:nvSpPr>
        <p:spPr>
          <a:xfrm>
            <a:off x="821525" y="2879050"/>
            <a:ext cx="1903500" cy="49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verpass Black"/>
              <a:buNone/>
              <a:defRPr sz="1800">
                <a:solidFill>
                  <a:schemeClr val="lt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subTitle" idx="2"/>
          </p:nvPr>
        </p:nvSpPr>
        <p:spPr>
          <a:xfrm>
            <a:off x="821531" y="3316181"/>
            <a:ext cx="19035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ubTitle" idx="3"/>
          </p:nvPr>
        </p:nvSpPr>
        <p:spPr>
          <a:xfrm>
            <a:off x="3522167" y="2879050"/>
            <a:ext cx="1903500" cy="49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verpass Black"/>
              <a:buNone/>
              <a:defRPr sz="1800">
                <a:solidFill>
                  <a:schemeClr val="lt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subTitle" idx="4"/>
          </p:nvPr>
        </p:nvSpPr>
        <p:spPr>
          <a:xfrm>
            <a:off x="3522174" y="3316181"/>
            <a:ext cx="19035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subTitle" idx="5"/>
          </p:nvPr>
        </p:nvSpPr>
        <p:spPr>
          <a:xfrm>
            <a:off x="6222826" y="2879050"/>
            <a:ext cx="1903500" cy="49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verpass Black"/>
              <a:buNone/>
              <a:defRPr sz="1800">
                <a:solidFill>
                  <a:schemeClr val="lt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ubTitle" idx="6"/>
          </p:nvPr>
        </p:nvSpPr>
        <p:spPr>
          <a:xfrm>
            <a:off x="6222833" y="3316181"/>
            <a:ext cx="19035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14"/>
          <p:cNvSpPr txBox="1">
            <a:spLocks noGrp="1"/>
          </p:cNvSpPr>
          <p:nvPr>
            <p:ph type="title"/>
          </p:nvPr>
        </p:nvSpPr>
        <p:spPr>
          <a:xfrm>
            <a:off x="1244928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20" name="Google Shape;220;p14"/>
          <p:cNvGrpSpPr/>
          <p:nvPr/>
        </p:nvGrpSpPr>
        <p:grpSpPr>
          <a:xfrm>
            <a:off x="-4274" y="572458"/>
            <a:ext cx="1253474" cy="328534"/>
            <a:chOff x="-8549" y="582500"/>
            <a:chExt cx="1253474" cy="328534"/>
          </a:xfrm>
        </p:grpSpPr>
        <p:sp>
          <p:nvSpPr>
            <p:cNvPr id="221" name="Google Shape;221;p14"/>
            <p:cNvSpPr/>
            <p:nvPr/>
          </p:nvSpPr>
          <p:spPr>
            <a:xfrm rot="5400000">
              <a:off x="253776" y="320175"/>
              <a:ext cx="328525" cy="853174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 rot="5400000">
              <a:off x="914547" y="580657"/>
              <a:ext cx="328525" cy="332230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/>
          <p:nvPr/>
        </p:nvSpPr>
        <p:spPr>
          <a:xfrm>
            <a:off x="0" y="2491825"/>
            <a:ext cx="9144000" cy="265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title" hasCustomPrompt="1"/>
          </p:nvPr>
        </p:nvSpPr>
        <p:spPr>
          <a:xfrm>
            <a:off x="6873731" y="2148750"/>
            <a:ext cx="2876100" cy="33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15"/>
          <p:cNvSpPr txBox="1">
            <a:spLocks noGrp="1"/>
          </p:cNvSpPr>
          <p:nvPr>
            <p:ph type="title" idx="2"/>
          </p:nvPr>
        </p:nvSpPr>
        <p:spPr>
          <a:xfrm>
            <a:off x="1414575" y="3390275"/>
            <a:ext cx="6018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28" name="Google Shape;228;p15"/>
          <p:cNvGrpSpPr/>
          <p:nvPr/>
        </p:nvGrpSpPr>
        <p:grpSpPr>
          <a:xfrm rot="8100000">
            <a:off x="6591951" y="-66783"/>
            <a:ext cx="3167166" cy="299397"/>
            <a:chOff x="-304800" y="4182975"/>
            <a:chExt cx="3167197" cy="299400"/>
          </a:xfrm>
        </p:grpSpPr>
        <p:sp>
          <p:nvSpPr>
            <p:cNvPr id="229" name="Google Shape;229;p15"/>
            <p:cNvSpPr/>
            <p:nvPr/>
          </p:nvSpPr>
          <p:spPr>
            <a:xfrm>
              <a:off x="2539597" y="4182975"/>
              <a:ext cx="322800" cy="29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-304800" y="4182975"/>
              <a:ext cx="2763000" cy="29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5"/>
          <p:cNvGrpSpPr/>
          <p:nvPr/>
        </p:nvGrpSpPr>
        <p:grpSpPr>
          <a:xfrm rot="8100000">
            <a:off x="7205126" y="-66783"/>
            <a:ext cx="3167166" cy="299397"/>
            <a:chOff x="-304800" y="4182975"/>
            <a:chExt cx="3167197" cy="299400"/>
          </a:xfrm>
        </p:grpSpPr>
        <p:sp>
          <p:nvSpPr>
            <p:cNvPr id="232" name="Google Shape;232;p15"/>
            <p:cNvSpPr/>
            <p:nvPr/>
          </p:nvSpPr>
          <p:spPr>
            <a:xfrm>
              <a:off x="2539597" y="4182975"/>
              <a:ext cx="322800" cy="29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-304800" y="4182975"/>
              <a:ext cx="2763000" cy="29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" name="Google Shape;234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4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1244928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37" name="Google Shape;237;p16"/>
          <p:cNvGrpSpPr/>
          <p:nvPr/>
        </p:nvGrpSpPr>
        <p:grpSpPr>
          <a:xfrm>
            <a:off x="-4274" y="572458"/>
            <a:ext cx="1253474" cy="328534"/>
            <a:chOff x="-8549" y="582500"/>
            <a:chExt cx="1253474" cy="328534"/>
          </a:xfrm>
        </p:grpSpPr>
        <p:sp>
          <p:nvSpPr>
            <p:cNvPr id="238" name="Google Shape;238;p16"/>
            <p:cNvSpPr/>
            <p:nvPr/>
          </p:nvSpPr>
          <p:spPr>
            <a:xfrm rot="5400000">
              <a:off x="253776" y="320175"/>
              <a:ext cx="328525" cy="853174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 rot="5400000">
              <a:off x="914547" y="580657"/>
              <a:ext cx="328525" cy="332230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4_1">
    <p:bg>
      <p:bgPr>
        <a:solidFill>
          <a:schemeClr val="accent3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>
            <a:spLocks noGrp="1"/>
          </p:cNvSpPr>
          <p:nvPr>
            <p:ph type="title"/>
          </p:nvPr>
        </p:nvSpPr>
        <p:spPr>
          <a:xfrm>
            <a:off x="1244928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3" name="Google Shape;243;p17"/>
          <p:cNvGrpSpPr/>
          <p:nvPr/>
        </p:nvGrpSpPr>
        <p:grpSpPr>
          <a:xfrm>
            <a:off x="-4274" y="572458"/>
            <a:ext cx="1253474" cy="328534"/>
            <a:chOff x="-8549" y="582500"/>
            <a:chExt cx="1253474" cy="328534"/>
          </a:xfrm>
        </p:grpSpPr>
        <p:sp>
          <p:nvSpPr>
            <p:cNvPr id="244" name="Google Shape;244;p17"/>
            <p:cNvSpPr/>
            <p:nvPr/>
          </p:nvSpPr>
          <p:spPr>
            <a:xfrm rot="5400000">
              <a:off x="253776" y="320175"/>
              <a:ext cx="328525" cy="853174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7"/>
            <p:cNvSpPr/>
            <p:nvPr/>
          </p:nvSpPr>
          <p:spPr>
            <a:xfrm rot="5400000">
              <a:off x="914547" y="580657"/>
              <a:ext cx="328525" cy="332230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" name="Google Shape;246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5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/>
          <p:nvPr/>
        </p:nvSpPr>
        <p:spPr>
          <a:xfrm>
            <a:off x="0" y="0"/>
            <a:ext cx="3326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" name="Google Shape;249;p18"/>
          <p:cNvGrpSpPr/>
          <p:nvPr/>
        </p:nvGrpSpPr>
        <p:grpSpPr>
          <a:xfrm rot="5400000">
            <a:off x="-1805719" y="-1418187"/>
            <a:ext cx="3064406" cy="2451231"/>
            <a:chOff x="-1491519" y="3001163"/>
            <a:chExt cx="3064406" cy="2451231"/>
          </a:xfrm>
        </p:grpSpPr>
        <p:grpSp>
          <p:nvGrpSpPr>
            <p:cNvPr id="250" name="Google Shape;250;p18"/>
            <p:cNvGrpSpPr/>
            <p:nvPr/>
          </p:nvGrpSpPr>
          <p:grpSpPr>
            <a:xfrm rot="-2700000">
              <a:off x="-1236311" y="4077080"/>
              <a:ext cx="3167166" cy="299397"/>
              <a:chOff x="-304800" y="4182975"/>
              <a:chExt cx="3167197" cy="299400"/>
            </a:xfrm>
          </p:grpSpPr>
          <p:sp>
            <p:nvSpPr>
              <p:cNvPr id="251" name="Google Shape;251;p1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18"/>
            <p:cNvGrpSpPr/>
            <p:nvPr/>
          </p:nvGrpSpPr>
          <p:grpSpPr>
            <a:xfrm rot="-2700000">
              <a:off x="-1849486" y="4077080"/>
              <a:ext cx="3167166" cy="299397"/>
              <a:chOff x="-304800" y="4182975"/>
              <a:chExt cx="3167197" cy="299400"/>
            </a:xfrm>
          </p:grpSpPr>
          <p:sp>
            <p:nvSpPr>
              <p:cNvPr id="254" name="Google Shape;254;p1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6" name="Google Shape;256;p18"/>
          <p:cNvSpPr txBox="1">
            <a:spLocks noGrp="1"/>
          </p:cNvSpPr>
          <p:nvPr>
            <p:ph type="title" hasCustomPrompt="1"/>
          </p:nvPr>
        </p:nvSpPr>
        <p:spPr>
          <a:xfrm>
            <a:off x="850350" y="2852375"/>
            <a:ext cx="2528100" cy="22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7FE0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8"/>
          <p:cNvSpPr txBox="1">
            <a:spLocks noGrp="1"/>
          </p:cNvSpPr>
          <p:nvPr>
            <p:ph type="title" idx="2"/>
          </p:nvPr>
        </p:nvSpPr>
        <p:spPr>
          <a:xfrm>
            <a:off x="1100280" y="1444549"/>
            <a:ext cx="2711100" cy="5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6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 txBox="1">
            <a:spLocks noGrp="1"/>
          </p:cNvSpPr>
          <p:nvPr>
            <p:ph type="title" hasCustomPrompt="1"/>
          </p:nvPr>
        </p:nvSpPr>
        <p:spPr>
          <a:xfrm>
            <a:off x="911299" y="1954408"/>
            <a:ext cx="552900" cy="5529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61" name="Google Shape;261;p19"/>
          <p:cNvGrpSpPr/>
          <p:nvPr/>
        </p:nvGrpSpPr>
        <p:grpSpPr>
          <a:xfrm>
            <a:off x="-1491519" y="105563"/>
            <a:ext cx="3064406" cy="2451231"/>
            <a:chOff x="-1491519" y="3001163"/>
            <a:chExt cx="3064406" cy="2451231"/>
          </a:xfrm>
        </p:grpSpPr>
        <p:grpSp>
          <p:nvGrpSpPr>
            <p:cNvPr id="262" name="Google Shape;262;p19"/>
            <p:cNvGrpSpPr/>
            <p:nvPr/>
          </p:nvGrpSpPr>
          <p:grpSpPr>
            <a:xfrm rot="-2700000">
              <a:off x="-1236311" y="4077080"/>
              <a:ext cx="3167166" cy="299397"/>
              <a:chOff x="-304800" y="4182975"/>
              <a:chExt cx="3167197" cy="299400"/>
            </a:xfrm>
          </p:grpSpPr>
          <p:sp>
            <p:nvSpPr>
              <p:cNvPr id="263" name="Google Shape;263;p19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5" name="Google Shape;265;p19"/>
            <p:cNvGrpSpPr/>
            <p:nvPr/>
          </p:nvGrpSpPr>
          <p:grpSpPr>
            <a:xfrm rot="-2700000">
              <a:off x="-1849486" y="4077080"/>
              <a:ext cx="3167166" cy="299397"/>
              <a:chOff x="-304800" y="4182975"/>
              <a:chExt cx="3167197" cy="299400"/>
            </a:xfrm>
          </p:grpSpPr>
          <p:sp>
            <p:nvSpPr>
              <p:cNvPr id="266" name="Google Shape;266;p19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8" name="Google Shape;268;p19"/>
          <p:cNvGrpSpPr/>
          <p:nvPr/>
        </p:nvGrpSpPr>
        <p:grpSpPr>
          <a:xfrm rot="10800000">
            <a:off x="7894801" y="572458"/>
            <a:ext cx="1253474" cy="328534"/>
            <a:chOff x="-8549" y="582500"/>
            <a:chExt cx="1253474" cy="328534"/>
          </a:xfrm>
        </p:grpSpPr>
        <p:sp>
          <p:nvSpPr>
            <p:cNvPr id="269" name="Google Shape;269;p19"/>
            <p:cNvSpPr/>
            <p:nvPr/>
          </p:nvSpPr>
          <p:spPr>
            <a:xfrm rot="5400000">
              <a:off x="253776" y="320175"/>
              <a:ext cx="328525" cy="853174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 rot="5400000">
              <a:off x="914547" y="580657"/>
              <a:ext cx="328525" cy="332230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" name="Google Shape;271;p19"/>
          <p:cNvSpPr txBox="1">
            <a:spLocks noGrp="1"/>
          </p:cNvSpPr>
          <p:nvPr>
            <p:ph type="title" idx="2"/>
          </p:nvPr>
        </p:nvSpPr>
        <p:spPr>
          <a:xfrm>
            <a:off x="1696075" y="522375"/>
            <a:ext cx="61986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9"/>
          <p:cNvSpPr txBox="1">
            <a:spLocks noGrp="1"/>
          </p:cNvSpPr>
          <p:nvPr>
            <p:ph type="subTitle" idx="1"/>
          </p:nvPr>
        </p:nvSpPr>
        <p:spPr>
          <a:xfrm>
            <a:off x="797825" y="2535875"/>
            <a:ext cx="16854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verpass Black"/>
              <a:buNone/>
              <a:defRPr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3" name="Google Shape;273;p19"/>
          <p:cNvSpPr txBox="1">
            <a:spLocks noGrp="1"/>
          </p:cNvSpPr>
          <p:nvPr>
            <p:ph type="subTitle" idx="3"/>
          </p:nvPr>
        </p:nvSpPr>
        <p:spPr>
          <a:xfrm>
            <a:off x="797825" y="2984400"/>
            <a:ext cx="1685400" cy="11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74" name="Google Shape;274;p19"/>
          <p:cNvSpPr txBox="1">
            <a:spLocks noGrp="1"/>
          </p:cNvSpPr>
          <p:nvPr>
            <p:ph type="title" idx="4" hasCustomPrompt="1"/>
          </p:nvPr>
        </p:nvSpPr>
        <p:spPr>
          <a:xfrm>
            <a:off x="2875372" y="1954408"/>
            <a:ext cx="552900" cy="5529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19"/>
          <p:cNvSpPr txBox="1">
            <a:spLocks noGrp="1"/>
          </p:cNvSpPr>
          <p:nvPr>
            <p:ph type="subTitle" idx="5"/>
          </p:nvPr>
        </p:nvSpPr>
        <p:spPr>
          <a:xfrm>
            <a:off x="2761894" y="2535875"/>
            <a:ext cx="16854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verpass Black"/>
              <a:buNone/>
              <a:defRPr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6" name="Google Shape;276;p19"/>
          <p:cNvSpPr txBox="1">
            <a:spLocks noGrp="1"/>
          </p:cNvSpPr>
          <p:nvPr>
            <p:ph type="subTitle" idx="6"/>
          </p:nvPr>
        </p:nvSpPr>
        <p:spPr>
          <a:xfrm>
            <a:off x="2761891" y="2984400"/>
            <a:ext cx="1685400" cy="11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77" name="Google Shape;277;p19"/>
          <p:cNvSpPr txBox="1">
            <a:spLocks noGrp="1"/>
          </p:cNvSpPr>
          <p:nvPr>
            <p:ph type="title" idx="7" hasCustomPrompt="1"/>
          </p:nvPr>
        </p:nvSpPr>
        <p:spPr>
          <a:xfrm>
            <a:off x="4839444" y="1954408"/>
            <a:ext cx="552900" cy="5529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8" name="Google Shape;278;p19"/>
          <p:cNvSpPr txBox="1">
            <a:spLocks noGrp="1"/>
          </p:cNvSpPr>
          <p:nvPr>
            <p:ph type="subTitle" idx="8"/>
          </p:nvPr>
        </p:nvSpPr>
        <p:spPr>
          <a:xfrm>
            <a:off x="4725979" y="2535875"/>
            <a:ext cx="16854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verpass Black"/>
              <a:buNone/>
              <a:defRPr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9" name="Google Shape;279;p19"/>
          <p:cNvSpPr txBox="1">
            <a:spLocks noGrp="1"/>
          </p:cNvSpPr>
          <p:nvPr>
            <p:ph type="subTitle" idx="9"/>
          </p:nvPr>
        </p:nvSpPr>
        <p:spPr>
          <a:xfrm>
            <a:off x="4725975" y="2984400"/>
            <a:ext cx="1685400" cy="11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80" name="Google Shape;280;p19"/>
          <p:cNvSpPr txBox="1">
            <a:spLocks noGrp="1"/>
          </p:cNvSpPr>
          <p:nvPr>
            <p:ph type="title" idx="13" hasCustomPrompt="1"/>
          </p:nvPr>
        </p:nvSpPr>
        <p:spPr>
          <a:xfrm>
            <a:off x="6803516" y="1954408"/>
            <a:ext cx="552900" cy="5529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19"/>
          <p:cNvSpPr txBox="1">
            <a:spLocks noGrp="1"/>
          </p:cNvSpPr>
          <p:nvPr>
            <p:ph type="subTitle" idx="14"/>
          </p:nvPr>
        </p:nvSpPr>
        <p:spPr>
          <a:xfrm>
            <a:off x="6690048" y="2535875"/>
            <a:ext cx="16854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verpass Black"/>
              <a:buNone/>
              <a:defRPr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2" name="Google Shape;282;p19"/>
          <p:cNvSpPr txBox="1">
            <a:spLocks noGrp="1"/>
          </p:cNvSpPr>
          <p:nvPr>
            <p:ph type="subTitle" idx="15"/>
          </p:nvPr>
        </p:nvSpPr>
        <p:spPr>
          <a:xfrm>
            <a:off x="6690041" y="2984400"/>
            <a:ext cx="1685400" cy="11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83" name="Google Shape;283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CUSTOM_7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6" name="Google Shape;286;p20"/>
          <p:cNvGrpSpPr/>
          <p:nvPr/>
        </p:nvGrpSpPr>
        <p:grpSpPr>
          <a:xfrm rot="8100000">
            <a:off x="6744351" y="-219183"/>
            <a:ext cx="3167166" cy="299397"/>
            <a:chOff x="-304800" y="4182975"/>
            <a:chExt cx="3167197" cy="299400"/>
          </a:xfrm>
        </p:grpSpPr>
        <p:sp>
          <p:nvSpPr>
            <p:cNvPr id="287" name="Google Shape;287;p20"/>
            <p:cNvSpPr/>
            <p:nvPr/>
          </p:nvSpPr>
          <p:spPr>
            <a:xfrm>
              <a:off x="2539597" y="4182975"/>
              <a:ext cx="322800" cy="29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-304800" y="4182975"/>
              <a:ext cx="2763000" cy="29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" name="Google Shape;289;p20"/>
          <p:cNvGrpSpPr/>
          <p:nvPr/>
        </p:nvGrpSpPr>
        <p:grpSpPr>
          <a:xfrm rot="8100000">
            <a:off x="7357526" y="-219183"/>
            <a:ext cx="3167166" cy="299397"/>
            <a:chOff x="-304800" y="4182975"/>
            <a:chExt cx="3167197" cy="299400"/>
          </a:xfrm>
        </p:grpSpPr>
        <p:sp>
          <p:nvSpPr>
            <p:cNvPr id="290" name="Google Shape;290;p20"/>
            <p:cNvSpPr/>
            <p:nvPr/>
          </p:nvSpPr>
          <p:spPr>
            <a:xfrm>
              <a:off x="2539597" y="4182975"/>
              <a:ext cx="322800" cy="29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-304800" y="4182975"/>
              <a:ext cx="2763000" cy="29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2" name="Google Shape;292;p20"/>
          <p:cNvSpPr txBox="1">
            <a:spLocks noGrp="1"/>
          </p:cNvSpPr>
          <p:nvPr>
            <p:ph type="title" hasCustomPrompt="1"/>
          </p:nvPr>
        </p:nvSpPr>
        <p:spPr>
          <a:xfrm>
            <a:off x="4293808" y="465600"/>
            <a:ext cx="3191100" cy="33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7FE0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3" name="Google Shape;293;p20"/>
          <p:cNvSpPr txBox="1">
            <a:spLocks noGrp="1"/>
          </p:cNvSpPr>
          <p:nvPr>
            <p:ph type="title" idx="2"/>
          </p:nvPr>
        </p:nvSpPr>
        <p:spPr>
          <a:xfrm>
            <a:off x="4800600" y="3878775"/>
            <a:ext cx="2380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4" name="Google Shape;294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CUSTOM_8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"/>
          <p:cNvSpPr/>
          <p:nvPr/>
        </p:nvSpPr>
        <p:spPr>
          <a:xfrm>
            <a:off x="0" y="0"/>
            <a:ext cx="9144000" cy="265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1"/>
          <p:cNvSpPr txBox="1">
            <a:spLocks noGrp="1"/>
          </p:cNvSpPr>
          <p:nvPr>
            <p:ph type="title" hasCustomPrompt="1"/>
          </p:nvPr>
        </p:nvSpPr>
        <p:spPr>
          <a:xfrm>
            <a:off x="-496649" y="-394675"/>
            <a:ext cx="2705700" cy="33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7FE0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0"/>
              <a:buNone/>
              <a:defRPr sz="3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8" name="Google Shape;298;p21"/>
          <p:cNvSpPr txBox="1">
            <a:spLocks noGrp="1"/>
          </p:cNvSpPr>
          <p:nvPr>
            <p:ph type="title" idx="2"/>
          </p:nvPr>
        </p:nvSpPr>
        <p:spPr>
          <a:xfrm>
            <a:off x="2123200" y="1592250"/>
            <a:ext cx="234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 rot="10800000">
            <a:off x="-1069131" y="3350375"/>
            <a:ext cx="3370993" cy="3371877"/>
            <a:chOff x="6949919" y="-1142700"/>
            <a:chExt cx="3370993" cy="3371877"/>
          </a:xfrm>
        </p:grpSpPr>
        <p:grpSp>
          <p:nvGrpSpPr>
            <p:cNvPr id="300" name="Google Shape;300;p21"/>
            <p:cNvGrpSpPr/>
            <p:nvPr/>
          </p:nvGrpSpPr>
          <p:grpSpPr>
            <a:xfrm rot="8100000">
              <a:off x="6591951" y="-66783"/>
              <a:ext cx="3167166" cy="299397"/>
              <a:chOff x="-304800" y="4182975"/>
              <a:chExt cx="3167197" cy="299400"/>
            </a:xfrm>
          </p:grpSpPr>
          <p:sp>
            <p:nvSpPr>
              <p:cNvPr id="301" name="Google Shape;301;p21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1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3" name="Google Shape;303;p21"/>
            <p:cNvGrpSpPr/>
            <p:nvPr/>
          </p:nvGrpSpPr>
          <p:grpSpPr>
            <a:xfrm rot="8100000">
              <a:off x="7205126" y="-66783"/>
              <a:ext cx="3167166" cy="299397"/>
              <a:chOff x="-304800" y="4182975"/>
              <a:chExt cx="3167197" cy="299400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6" name="Google Shape;306;p21"/>
            <p:cNvSpPr/>
            <p:nvPr/>
          </p:nvSpPr>
          <p:spPr>
            <a:xfrm rot="8100000">
              <a:off x="7243633" y="710788"/>
              <a:ext cx="2762808" cy="2995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 rot="8100000">
              <a:off x="8691136" y="1254041"/>
              <a:ext cx="1226123" cy="2995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" name="Google Shape;308;p21"/>
            <p:cNvGrpSpPr/>
            <p:nvPr/>
          </p:nvGrpSpPr>
          <p:grpSpPr>
            <a:xfrm rot="8100000">
              <a:off x="7511714" y="853864"/>
              <a:ext cx="3167166" cy="299397"/>
              <a:chOff x="-304800" y="4182975"/>
              <a:chExt cx="3167197" cy="299400"/>
            </a:xfrm>
          </p:grpSpPr>
          <p:sp>
            <p:nvSpPr>
              <p:cNvPr id="309" name="Google Shape;309;p21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1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1" name="Google Shape;311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9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"/>
          <p:cNvSpPr txBox="1">
            <a:spLocks noGrp="1"/>
          </p:cNvSpPr>
          <p:nvPr>
            <p:ph type="title" hasCustomPrompt="1"/>
          </p:nvPr>
        </p:nvSpPr>
        <p:spPr>
          <a:xfrm>
            <a:off x="911299" y="1336250"/>
            <a:ext cx="552900" cy="5529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4" name="Google Shape;314;p22"/>
          <p:cNvSpPr txBox="1">
            <a:spLocks noGrp="1"/>
          </p:cNvSpPr>
          <p:nvPr>
            <p:ph type="subTitle" idx="1"/>
          </p:nvPr>
        </p:nvSpPr>
        <p:spPr>
          <a:xfrm>
            <a:off x="835100" y="1965350"/>
            <a:ext cx="1966500" cy="8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22"/>
          <p:cNvSpPr txBox="1">
            <a:spLocks noGrp="1"/>
          </p:cNvSpPr>
          <p:nvPr>
            <p:ph type="title" idx="2" hasCustomPrompt="1"/>
          </p:nvPr>
        </p:nvSpPr>
        <p:spPr>
          <a:xfrm>
            <a:off x="3593699" y="1336250"/>
            <a:ext cx="552900" cy="5529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6" name="Google Shape;316;p22"/>
          <p:cNvSpPr txBox="1">
            <a:spLocks noGrp="1"/>
          </p:cNvSpPr>
          <p:nvPr>
            <p:ph type="subTitle" idx="3"/>
          </p:nvPr>
        </p:nvSpPr>
        <p:spPr>
          <a:xfrm>
            <a:off x="3517500" y="1965350"/>
            <a:ext cx="1966500" cy="8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22"/>
          <p:cNvSpPr txBox="1">
            <a:spLocks noGrp="1"/>
          </p:cNvSpPr>
          <p:nvPr>
            <p:ph type="title" idx="4" hasCustomPrompt="1"/>
          </p:nvPr>
        </p:nvSpPr>
        <p:spPr>
          <a:xfrm>
            <a:off x="6276099" y="1336250"/>
            <a:ext cx="552900" cy="5529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8" name="Google Shape;318;p22"/>
          <p:cNvSpPr txBox="1">
            <a:spLocks noGrp="1"/>
          </p:cNvSpPr>
          <p:nvPr>
            <p:ph type="subTitle" idx="5"/>
          </p:nvPr>
        </p:nvSpPr>
        <p:spPr>
          <a:xfrm>
            <a:off x="6199900" y="1965350"/>
            <a:ext cx="1966500" cy="8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 idx="6" hasCustomPrompt="1"/>
          </p:nvPr>
        </p:nvSpPr>
        <p:spPr>
          <a:xfrm>
            <a:off x="911299" y="3077700"/>
            <a:ext cx="552900" cy="5529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0" name="Google Shape;320;p22"/>
          <p:cNvSpPr txBox="1">
            <a:spLocks noGrp="1"/>
          </p:cNvSpPr>
          <p:nvPr>
            <p:ph type="subTitle" idx="7"/>
          </p:nvPr>
        </p:nvSpPr>
        <p:spPr>
          <a:xfrm>
            <a:off x="835100" y="3706800"/>
            <a:ext cx="1966500" cy="8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2"/>
          <p:cNvSpPr txBox="1">
            <a:spLocks noGrp="1"/>
          </p:cNvSpPr>
          <p:nvPr>
            <p:ph type="title" idx="8" hasCustomPrompt="1"/>
          </p:nvPr>
        </p:nvSpPr>
        <p:spPr>
          <a:xfrm>
            <a:off x="3593699" y="3077700"/>
            <a:ext cx="552900" cy="5529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22"/>
          <p:cNvSpPr txBox="1">
            <a:spLocks noGrp="1"/>
          </p:cNvSpPr>
          <p:nvPr>
            <p:ph type="subTitle" idx="9"/>
          </p:nvPr>
        </p:nvSpPr>
        <p:spPr>
          <a:xfrm>
            <a:off x="3517500" y="3706800"/>
            <a:ext cx="1966500" cy="8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2"/>
          <p:cNvSpPr txBox="1">
            <a:spLocks noGrp="1"/>
          </p:cNvSpPr>
          <p:nvPr>
            <p:ph type="title" idx="13" hasCustomPrompt="1"/>
          </p:nvPr>
        </p:nvSpPr>
        <p:spPr>
          <a:xfrm>
            <a:off x="6276099" y="3077700"/>
            <a:ext cx="552900" cy="5529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22"/>
          <p:cNvSpPr txBox="1">
            <a:spLocks noGrp="1"/>
          </p:cNvSpPr>
          <p:nvPr>
            <p:ph type="subTitle" idx="14"/>
          </p:nvPr>
        </p:nvSpPr>
        <p:spPr>
          <a:xfrm>
            <a:off x="6199900" y="3706800"/>
            <a:ext cx="1966500" cy="8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25" name="Google Shape;325;p22"/>
          <p:cNvGrpSpPr/>
          <p:nvPr/>
        </p:nvGrpSpPr>
        <p:grpSpPr>
          <a:xfrm rot="10800000">
            <a:off x="7894801" y="572458"/>
            <a:ext cx="1253474" cy="328534"/>
            <a:chOff x="-8549" y="582500"/>
            <a:chExt cx="1253474" cy="328534"/>
          </a:xfrm>
        </p:grpSpPr>
        <p:sp>
          <p:nvSpPr>
            <p:cNvPr id="326" name="Google Shape;326;p22"/>
            <p:cNvSpPr/>
            <p:nvPr/>
          </p:nvSpPr>
          <p:spPr>
            <a:xfrm rot="5400000">
              <a:off x="253776" y="320175"/>
              <a:ext cx="328525" cy="853174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 rot="5400000">
              <a:off x="914547" y="580657"/>
              <a:ext cx="328525" cy="332230"/>
            </a:xfrm>
            <a:custGeom>
              <a:avLst/>
              <a:gdLst/>
              <a:ahLst/>
              <a:cxnLst/>
              <a:rect l="l" t="t" r="r" b="b"/>
              <a:pathLst>
                <a:path w="9696" h="63433" extrusionOk="0">
                  <a:moveTo>
                    <a:pt x="0" y="0"/>
                  </a:moveTo>
                  <a:lnTo>
                    <a:pt x="0" y="63432"/>
                  </a:lnTo>
                  <a:lnTo>
                    <a:pt x="9695" y="63432"/>
                  </a:lnTo>
                  <a:lnTo>
                    <a:pt x="96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8" name="Google Shape;328;p22"/>
          <p:cNvSpPr txBox="1">
            <a:spLocks noGrp="1"/>
          </p:cNvSpPr>
          <p:nvPr>
            <p:ph type="title" idx="15"/>
          </p:nvPr>
        </p:nvSpPr>
        <p:spPr>
          <a:xfrm>
            <a:off x="1696075" y="522375"/>
            <a:ext cx="61986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0">
    <p:bg>
      <p:bgPr>
        <a:solidFill>
          <a:schemeClr val="accent3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3"/>
          <p:cNvSpPr/>
          <p:nvPr/>
        </p:nvSpPr>
        <p:spPr>
          <a:xfrm rot="5400000">
            <a:off x="49431" y="2172201"/>
            <a:ext cx="700391" cy="799097"/>
          </a:xfrm>
          <a:custGeom>
            <a:avLst/>
            <a:gdLst/>
            <a:ahLst/>
            <a:cxnLst/>
            <a:rect l="l" t="t" r="r" b="b"/>
            <a:pathLst>
              <a:path w="9696" h="63433" extrusionOk="0">
                <a:moveTo>
                  <a:pt x="0" y="0"/>
                </a:moveTo>
                <a:lnTo>
                  <a:pt x="0" y="63432"/>
                </a:lnTo>
                <a:lnTo>
                  <a:pt x="9695" y="63432"/>
                </a:lnTo>
                <a:lnTo>
                  <a:pt x="96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6025900" y="2110249"/>
            <a:ext cx="2586300" cy="10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CREDITS: This presentation template was created by </a:t>
            </a:r>
            <a:r>
              <a:rPr lang="en" sz="1200">
                <a:solidFill>
                  <a:schemeClr val="hlink"/>
                </a:solidFill>
                <a:uFill>
                  <a:noFill/>
                </a:uFill>
                <a:latin typeface="Overpass Black"/>
                <a:ea typeface="Overpass Black"/>
                <a:cs typeface="Overpass Black"/>
                <a:sym typeface="Overpass Black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, including icons by </a:t>
            </a:r>
            <a:r>
              <a:rPr lang="en" sz="1200">
                <a:solidFill>
                  <a:schemeClr val="hlink"/>
                </a:solidFill>
                <a:uFill>
                  <a:noFill/>
                </a:uFill>
                <a:latin typeface="Overpass Black"/>
                <a:ea typeface="Overpass Black"/>
                <a:cs typeface="Overpass Black"/>
                <a:sym typeface="Overpass Black"/>
                <a:hlinkClick r:id="rId3"/>
              </a:rPr>
              <a:t>Flaticon</a:t>
            </a:r>
            <a:r>
              <a:rPr lang="en"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, and infographics &amp; images by </a:t>
            </a:r>
            <a:r>
              <a:rPr lang="en" sz="1200">
                <a:solidFill>
                  <a:schemeClr val="hlink"/>
                </a:solidFill>
                <a:uFill>
                  <a:noFill/>
                </a:uFill>
                <a:latin typeface="Overpass Black"/>
                <a:ea typeface="Overpass Black"/>
                <a:cs typeface="Overpass Black"/>
                <a:sym typeface="Overpass Black"/>
                <a:hlinkClick r:id="rId4"/>
              </a:rPr>
              <a:t>Freepik</a:t>
            </a:r>
            <a:r>
              <a:rPr lang="en"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.</a:t>
            </a:r>
            <a:endParaRPr sz="12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grpSp>
        <p:nvGrpSpPr>
          <p:cNvPr id="333" name="Google Shape;333;p23"/>
          <p:cNvGrpSpPr/>
          <p:nvPr/>
        </p:nvGrpSpPr>
        <p:grpSpPr>
          <a:xfrm>
            <a:off x="6949919" y="-1142700"/>
            <a:ext cx="3064406" cy="2884649"/>
            <a:chOff x="6949919" y="-1142700"/>
            <a:chExt cx="3064406" cy="2884649"/>
          </a:xfrm>
        </p:grpSpPr>
        <p:grpSp>
          <p:nvGrpSpPr>
            <p:cNvPr id="334" name="Google Shape;334;p23"/>
            <p:cNvGrpSpPr/>
            <p:nvPr/>
          </p:nvGrpSpPr>
          <p:grpSpPr>
            <a:xfrm rot="8100000">
              <a:off x="6591951" y="-66783"/>
              <a:ext cx="3167166" cy="299397"/>
              <a:chOff x="-304800" y="4182975"/>
              <a:chExt cx="3167197" cy="299400"/>
            </a:xfrm>
          </p:grpSpPr>
          <p:sp>
            <p:nvSpPr>
              <p:cNvPr id="335" name="Google Shape;335;p23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3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23"/>
            <p:cNvGrpSpPr/>
            <p:nvPr/>
          </p:nvGrpSpPr>
          <p:grpSpPr>
            <a:xfrm rot="8100000">
              <a:off x="7205126" y="-66783"/>
              <a:ext cx="3167166" cy="299397"/>
              <a:chOff x="-304800" y="4182975"/>
              <a:chExt cx="3167197" cy="299400"/>
            </a:xfrm>
          </p:grpSpPr>
          <p:sp>
            <p:nvSpPr>
              <p:cNvPr id="338" name="Google Shape;338;p23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3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0" name="Google Shape;340;p23"/>
            <p:cNvSpPr/>
            <p:nvPr/>
          </p:nvSpPr>
          <p:spPr>
            <a:xfrm rot="8100000">
              <a:off x="7486612" y="610134"/>
              <a:ext cx="2478126" cy="29953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1" name="Google Shape;341;p23"/>
          <p:cNvSpPr txBox="1">
            <a:spLocks noGrp="1"/>
          </p:cNvSpPr>
          <p:nvPr>
            <p:ph type="ctrTitle"/>
          </p:nvPr>
        </p:nvSpPr>
        <p:spPr>
          <a:xfrm>
            <a:off x="965350" y="2131325"/>
            <a:ext cx="2731800" cy="102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2" name="Google Shape;342;p23"/>
          <p:cNvSpPr txBox="1">
            <a:spLocks noGrp="1"/>
          </p:cNvSpPr>
          <p:nvPr>
            <p:ph type="subTitle" idx="1"/>
          </p:nvPr>
        </p:nvSpPr>
        <p:spPr>
          <a:xfrm>
            <a:off x="965350" y="3094175"/>
            <a:ext cx="2731800" cy="79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verpass Black"/>
              <a:buNone/>
              <a:defRPr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343" name="Google Shape;343;p23"/>
          <p:cNvSpPr txBox="1">
            <a:spLocks noGrp="1"/>
          </p:cNvSpPr>
          <p:nvPr>
            <p:ph type="subTitle" idx="2"/>
          </p:nvPr>
        </p:nvSpPr>
        <p:spPr>
          <a:xfrm>
            <a:off x="965350" y="3806152"/>
            <a:ext cx="2586300" cy="7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">
    <p:bg>
      <p:bgPr>
        <a:solidFill>
          <a:schemeClr val="lt2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">
    <p:bg>
      <p:bgPr>
        <a:solidFill>
          <a:schemeClr val="accent3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3">
    <p:bg>
      <p:bgPr>
        <a:solidFill>
          <a:schemeClr val="lt2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6"/>
          <p:cNvGrpSpPr/>
          <p:nvPr/>
        </p:nvGrpSpPr>
        <p:grpSpPr>
          <a:xfrm>
            <a:off x="-1491519" y="-434710"/>
            <a:ext cx="3370993" cy="3912150"/>
            <a:chOff x="-1491519" y="2460890"/>
            <a:chExt cx="3370993" cy="3912150"/>
          </a:xfrm>
        </p:grpSpPr>
        <p:grpSp>
          <p:nvGrpSpPr>
            <p:cNvPr id="351" name="Google Shape;351;p26"/>
            <p:cNvGrpSpPr/>
            <p:nvPr/>
          </p:nvGrpSpPr>
          <p:grpSpPr>
            <a:xfrm rot="-2700000">
              <a:off x="-1236311" y="4077080"/>
              <a:ext cx="3167166" cy="299397"/>
              <a:chOff x="-304800" y="4182975"/>
              <a:chExt cx="3167197" cy="299400"/>
            </a:xfrm>
          </p:grpSpPr>
          <p:sp>
            <p:nvSpPr>
              <p:cNvPr id="352" name="Google Shape;352;p26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6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4" name="Google Shape;354;p26"/>
            <p:cNvGrpSpPr/>
            <p:nvPr/>
          </p:nvGrpSpPr>
          <p:grpSpPr>
            <a:xfrm rot="-2700000">
              <a:off x="-1849486" y="4077080"/>
              <a:ext cx="3167166" cy="299397"/>
              <a:chOff x="-304800" y="4182975"/>
              <a:chExt cx="3167197" cy="299400"/>
            </a:xfrm>
          </p:grpSpPr>
          <p:sp>
            <p:nvSpPr>
              <p:cNvPr id="355" name="Google Shape;355;p26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6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7" name="Google Shape;357;p26"/>
            <p:cNvSpPr/>
            <p:nvPr/>
          </p:nvSpPr>
          <p:spPr>
            <a:xfrm rot="-2700000">
              <a:off x="-540907" y="2968275"/>
              <a:ext cx="1559170" cy="2995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26"/>
            <p:cNvGrpSpPr/>
            <p:nvPr/>
          </p:nvGrpSpPr>
          <p:grpSpPr>
            <a:xfrm rot="-2700000">
              <a:off x="-929724" y="4997727"/>
              <a:ext cx="3167166" cy="299397"/>
              <a:chOff x="-304800" y="4182975"/>
              <a:chExt cx="3167197" cy="299400"/>
            </a:xfrm>
          </p:grpSpPr>
          <p:sp>
            <p:nvSpPr>
              <p:cNvPr id="359" name="Google Shape;359;p26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6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" name="Google Shape;361;p26"/>
            <p:cNvGrpSpPr/>
            <p:nvPr/>
          </p:nvGrpSpPr>
          <p:grpSpPr>
            <a:xfrm rot="-2700000">
              <a:off x="-1542899" y="4997727"/>
              <a:ext cx="3167166" cy="299397"/>
              <a:chOff x="-304800" y="4182975"/>
              <a:chExt cx="3167197" cy="299400"/>
            </a:xfrm>
          </p:grpSpPr>
          <p:sp>
            <p:nvSpPr>
              <p:cNvPr id="362" name="Google Shape;362;p26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6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64" name="Google Shape;364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4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27"/>
          <p:cNvGrpSpPr/>
          <p:nvPr/>
        </p:nvGrpSpPr>
        <p:grpSpPr>
          <a:xfrm rot="10800000">
            <a:off x="-1069131" y="3350375"/>
            <a:ext cx="3370993" cy="3371877"/>
            <a:chOff x="6949919" y="-1142700"/>
            <a:chExt cx="3370993" cy="3371877"/>
          </a:xfrm>
        </p:grpSpPr>
        <p:grpSp>
          <p:nvGrpSpPr>
            <p:cNvPr id="367" name="Google Shape;367;p27"/>
            <p:cNvGrpSpPr/>
            <p:nvPr/>
          </p:nvGrpSpPr>
          <p:grpSpPr>
            <a:xfrm rot="8100000">
              <a:off x="6591951" y="-66783"/>
              <a:ext cx="3167166" cy="299397"/>
              <a:chOff x="-304800" y="4182975"/>
              <a:chExt cx="3167197" cy="299400"/>
            </a:xfrm>
          </p:grpSpPr>
          <p:sp>
            <p:nvSpPr>
              <p:cNvPr id="368" name="Google Shape;368;p27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7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0" name="Google Shape;370;p27"/>
            <p:cNvGrpSpPr/>
            <p:nvPr/>
          </p:nvGrpSpPr>
          <p:grpSpPr>
            <a:xfrm rot="8100000">
              <a:off x="7205126" y="-66783"/>
              <a:ext cx="3167166" cy="299397"/>
              <a:chOff x="-304800" y="4182975"/>
              <a:chExt cx="3167197" cy="299400"/>
            </a:xfrm>
          </p:grpSpPr>
          <p:sp>
            <p:nvSpPr>
              <p:cNvPr id="371" name="Google Shape;371;p27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7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3" name="Google Shape;373;p27"/>
            <p:cNvSpPr/>
            <p:nvPr/>
          </p:nvSpPr>
          <p:spPr>
            <a:xfrm rot="8100000">
              <a:off x="7243633" y="710788"/>
              <a:ext cx="2762808" cy="2995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7"/>
            <p:cNvSpPr/>
            <p:nvPr/>
          </p:nvSpPr>
          <p:spPr>
            <a:xfrm rot="8100000">
              <a:off x="8691136" y="1254041"/>
              <a:ext cx="1226123" cy="2995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5" name="Google Shape;375;p27"/>
            <p:cNvGrpSpPr/>
            <p:nvPr/>
          </p:nvGrpSpPr>
          <p:grpSpPr>
            <a:xfrm rot="8100000">
              <a:off x="7511714" y="853864"/>
              <a:ext cx="3167166" cy="299397"/>
              <a:chOff x="-304800" y="4182975"/>
              <a:chExt cx="3167197" cy="299400"/>
            </a:xfrm>
          </p:grpSpPr>
          <p:sp>
            <p:nvSpPr>
              <p:cNvPr id="376" name="Google Shape;376;p27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7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78" name="Google Shape;378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CUSTOM_15">
    <p:bg>
      <p:bgPr>
        <a:solidFill>
          <a:schemeClr val="accent3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28"/>
          <p:cNvGrpSpPr/>
          <p:nvPr/>
        </p:nvGrpSpPr>
        <p:grpSpPr>
          <a:xfrm>
            <a:off x="7633122" y="1542425"/>
            <a:ext cx="3064406" cy="3371877"/>
            <a:chOff x="7709322" y="1333607"/>
            <a:chExt cx="3064406" cy="3371877"/>
          </a:xfrm>
        </p:grpSpPr>
        <p:grpSp>
          <p:nvGrpSpPr>
            <p:cNvPr id="381" name="Google Shape;381;p28"/>
            <p:cNvGrpSpPr/>
            <p:nvPr/>
          </p:nvGrpSpPr>
          <p:grpSpPr>
            <a:xfrm rot="8100000">
              <a:off x="7657942" y="2409523"/>
              <a:ext cx="3167166" cy="299397"/>
              <a:chOff x="-304800" y="4182975"/>
              <a:chExt cx="3167197" cy="299400"/>
            </a:xfrm>
          </p:grpSpPr>
          <p:sp>
            <p:nvSpPr>
              <p:cNvPr id="382" name="Google Shape;382;p2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4" name="Google Shape;384;p28"/>
            <p:cNvGrpSpPr/>
            <p:nvPr/>
          </p:nvGrpSpPr>
          <p:grpSpPr>
            <a:xfrm rot="8100000">
              <a:off x="7351354" y="3330170"/>
              <a:ext cx="3167166" cy="299397"/>
              <a:chOff x="-304800" y="4182975"/>
              <a:chExt cx="3167197" cy="299400"/>
            </a:xfrm>
          </p:grpSpPr>
          <p:sp>
            <p:nvSpPr>
              <p:cNvPr id="385" name="Google Shape;385;p2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7" name="Google Shape;387;p28"/>
            <p:cNvGrpSpPr/>
            <p:nvPr/>
          </p:nvGrpSpPr>
          <p:grpSpPr>
            <a:xfrm rot="8100000">
              <a:off x="7964529" y="3330170"/>
              <a:ext cx="3167166" cy="299397"/>
              <a:chOff x="-304800" y="4182975"/>
              <a:chExt cx="3167197" cy="299400"/>
            </a:xfrm>
          </p:grpSpPr>
          <p:sp>
            <p:nvSpPr>
              <p:cNvPr id="388" name="Google Shape;388;p2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0" name="Google Shape;390;p28"/>
          <p:cNvGrpSpPr/>
          <p:nvPr/>
        </p:nvGrpSpPr>
        <p:grpSpPr>
          <a:xfrm>
            <a:off x="-1491519" y="105563"/>
            <a:ext cx="3064406" cy="2451231"/>
            <a:chOff x="-1491519" y="3001163"/>
            <a:chExt cx="3064406" cy="2451231"/>
          </a:xfrm>
        </p:grpSpPr>
        <p:grpSp>
          <p:nvGrpSpPr>
            <p:cNvPr id="391" name="Google Shape;391;p28"/>
            <p:cNvGrpSpPr/>
            <p:nvPr/>
          </p:nvGrpSpPr>
          <p:grpSpPr>
            <a:xfrm rot="-2700000">
              <a:off x="-1236311" y="4077080"/>
              <a:ext cx="3167166" cy="299397"/>
              <a:chOff x="-304800" y="4182975"/>
              <a:chExt cx="3167197" cy="299400"/>
            </a:xfrm>
          </p:grpSpPr>
          <p:sp>
            <p:nvSpPr>
              <p:cNvPr id="392" name="Google Shape;392;p2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4" name="Google Shape;394;p28"/>
            <p:cNvGrpSpPr/>
            <p:nvPr/>
          </p:nvGrpSpPr>
          <p:grpSpPr>
            <a:xfrm rot="-2700000">
              <a:off x="-1849486" y="4077080"/>
              <a:ext cx="3167166" cy="299397"/>
              <a:chOff x="-304800" y="4182975"/>
              <a:chExt cx="3167197" cy="299400"/>
            </a:xfrm>
          </p:grpSpPr>
          <p:sp>
            <p:nvSpPr>
              <p:cNvPr id="395" name="Google Shape;395;p28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8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7" name="Google Shape;39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6">
  <p:cSld name="CUSTOM_16">
    <p:bg>
      <p:bgPr>
        <a:solidFill>
          <a:schemeClr val="lt2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29"/>
          <p:cNvGrpSpPr/>
          <p:nvPr/>
        </p:nvGrpSpPr>
        <p:grpSpPr>
          <a:xfrm>
            <a:off x="6949919" y="-1142700"/>
            <a:ext cx="3370993" cy="3371877"/>
            <a:chOff x="6949919" y="-1142700"/>
            <a:chExt cx="3370993" cy="3371877"/>
          </a:xfrm>
        </p:grpSpPr>
        <p:grpSp>
          <p:nvGrpSpPr>
            <p:cNvPr id="400" name="Google Shape;400;p29"/>
            <p:cNvGrpSpPr/>
            <p:nvPr/>
          </p:nvGrpSpPr>
          <p:grpSpPr>
            <a:xfrm rot="8100000">
              <a:off x="6591951" y="-66783"/>
              <a:ext cx="3167166" cy="299397"/>
              <a:chOff x="-304800" y="4182975"/>
              <a:chExt cx="3167197" cy="299400"/>
            </a:xfrm>
          </p:grpSpPr>
          <p:sp>
            <p:nvSpPr>
              <p:cNvPr id="401" name="Google Shape;401;p29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9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3" name="Google Shape;403;p29"/>
            <p:cNvGrpSpPr/>
            <p:nvPr/>
          </p:nvGrpSpPr>
          <p:grpSpPr>
            <a:xfrm rot="8100000">
              <a:off x="7205126" y="-66783"/>
              <a:ext cx="3167166" cy="299397"/>
              <a:chOff x="-304800" y="4182975"/>
              <a:chExt cx="3167197" cy="299400"/>
            </a:xfrm>
          </p:grpSpPr>
          <p:sp>
            <p:nvSpPr>
              <p:cNvPr id="404" name="Google Shape;404;p29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9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6" name="Google Shape;406;p29"/>
            <p:cNvSpPr/>
            <p:nvPr/>
          </p:nvSpPr>
          <p:spPr>
            <a:xfrm rot="8100000">
              <a:off x="7243633" y="710788"/>
              <a:ext cx="2762808" cy="2995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9"/>
            <p:cNvSpPr/>
            <p:nvPr/>
          </p:nvSpPr>
          <p:spPr>
            <a:xfrm rot="8100000">
              <a:off x="8691136" y="1254041"/>
              <a:ext cx="1226123" cy="2995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8" name="Google Shape;408;p29"/>
            <p:cNvGrpSpPr/>
            <p:nvPr/>
          </p:nvGrpSpPr>
          <p:grpSpPr>
            <a:xfrm rot="8100000">
              <a:off x="7511714" y="853864"/>
              <a:ext cx="3167166" cy="299397"/>
              <a:chOff x="-304800" y="4182975"/>
              <a:chExt cx="3167197" cy="299400"/>
            </a:xfrm>
          </p:grpSpPr>
          <p:sp>
            <p:nvSpPr>
              <p:cNvPr id="409" name="Google Shape;409;p29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9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1" name="Google Shape;411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7">
  <p:cSld name="CUSTOM_17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30"/>
          <p:cNvGrpSpPr/>
          <p:nvPr/>
        </p:nvGrpSpPr>
        <p:grpSpPr>
          <a:xfrm>
            <a:off x="6949919" y="-1142700"/>
            <a:ext cx="3813434" cy="5379074"/>
            <a:chOff x="6949919" y="-1142700"/>
            <a:chExt cx="3813434" cy="5379074"/>
          </a:xfrm>
        </p:grpSpPr>
        <p:grpSp>
          <p:nvGrpSpPr>
            <p:cNvPr id="414" name="Google Shape;414;p30"/>
            <p:cNvGrpSpPr/>
            <p:nvPr/>
          </p:nvGrpSpPr>
          <p:grpSpPr>
            <a:xfrm rot="8100000">
              <a:off x="6591951" y="-66783"/>
              <a:ext cx="3167166" cy="299397"/>
              <a:chOff x="-304800" y="4182975"/>
              <a:chExt cx="3167197" cy="299400"/>
            </a:xfrm>
          </p:grpSpPr>
          <p:sp>
            <p:nvSpPr>
              <p:cNvPr id="415" name="Google Shape;415;p30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7" name="Google Shape;417;p30"/>
            <p:cNvGrpSpPr/>
            <p:nvPr/>
          </p:nvGrpSpPr>
          <p:grpSpPr>
            <a:xfrm rot="8100000">
              <a:off x="7205126" y="-66783"/>
              <a:ext cx="3167166" cy="299397"/>
              <a:chOff x="-304800" y="4182975"/>
              <a:chExt cx="3167197" cy="299400"/>
            </a:xfrm>
          </p:grpSpPr>
          <p:sp>
            <p:nvSpPr>
              <p:cNvPr id="418" name="Google Shape;418;p30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0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0" name="Google Shape;420;p30"/>
            <p:cNvSpPr/>
            <p:nvPr/>
          </p:nvSpPr>
          <p:spPr>
            <a:xfrm rot="8100000">
              <a:off x="7243633" y="710788"/>
              <a:ext cx="2762808" cy="2995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1" name="Google Shape;421;p30"/>
            <p:cNvGrpSpPr/>
            <p:nvPr/>
          </p:nvGrpSpPr>
          <p:grpSpPr>
            <a:xfrm rot="8100000">
              <a:off x="7034392" y="1940414"/>
              <a:ext cx="3167166" cy="299397"/>
              <a:chOff x="-304800" y="4182975"/>
              <a:chExt cx="3167197" cy="299400"/>
            </a:xfrm>
          </p:grpSpPr>
          <p:sp>
            <p:nvSpPr>
              <p:cNvPr id="422" name="Google Shape;422;p30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0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4" name="Google Shape;424;p30"/>
            <p:cNvGrpSpPr/>
            <p:nvPr/>
          </p:nvGrpSpPr>
          <p:grpSpPr>
            <a:xfrm rot="8100000">
              <a:off x="7647567" y="1940414"/>
              <a:ext cx="3167166" cy="299397"/>
              <a:chOff x="-304800" y="4182975"/>
              <a:chExt cx="3167197" cy="299400"/>
            </a:xfrm>
          </p:grpSpPr>
          <p:sp>
            <p:nvSpPr>
              <p:cNvPr id="425" name="Google Shape;425;p30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7" name="Google Shape;427;p30"/>
            <p:cNvGrpSpPr/>
            <p:nvPr/>
          </p:nvGrpSpPr>
          <p:grpSpPr>
            <a:xfrm rot="8100000">
              <a:off x="7340979" y="2861061"/>
              <a:ext cx="3167166" cy="299397"/>
              <a:chOff x="-304800" y="4182975"/>
              <a:chExt cx="3167197" cy="299400"/>
            </a:xfrm>
          </p:grpSpPr>
          <p:sp>
            <p:nvSpPr>
              <p:cNvPr id="428" name="Google Shape;428;p30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30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0" name="Google Shape;430;p30"/>
            <p:cNvGrpSpPr/>
            <p:nvPr/>
          </p:nvGrpSpPr>
          <p:grpSpPr>
            <a:xfrm rot="8100000">
              <a:off x="7954154" y="2861061"/>
              <a:ext cx="3167166" cy="299397"/>
              <a:chOff x="-304800" y="4182975"/>
              <a:chExt cx="3167197" cy="299400"/>
            </a:xfrm>
          </p:grpSpPr>
          <p:sp>
            <p:nvSpPr>
              <p:cNvPr id="431" name="Google Shape;431;p30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30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" name="Google Shape;433;p30"/>
            <p:cNvGrpSpPr/>
            <p:nvPr/>
          </p:nvGrpSpPr>
          <p:grpSpPr>
            <a:xfrm rot="8100000">
              <a:off x="7511714" y="853864"/>
              <a:ext cx="3167166" cy="299397"/>
              <a:chOff x="-304800" y="4182975"/>
              <a:chExt cx="3167197" cy="299400"/>
            </a:xfrm>
          </p:grpSpPr>
          <p:sp>
            <p:nvSpPr>
              <p:cNvPr id="434" name="Google Shape;434;p30"/>
              <p:cNvSpPr/>
              <p:nvPr/>
            </p:nvSpPr>
            <p:spPr>
              <a:xfrm>
                <a:off x="-304800" y="4182975"/>
                <a:ext cx="27630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0"/>
              <p:cNvSpPr/>
              <p:nvPr/>
            </p:nvSpPr>
            <p:spPr>
              <a:xfrm>
                <a:off x="2539597" y="4182975"/>
                <a:ext cx="322800" cy="299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36" name="Google Shape;436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47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verpass"/>
              <a:buChar char="●"/>
              <a:defRPr sz="16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163" y="1014287"/>
            <a:ext cx="5447675" cy="3114925"/>
          </a:xfrm>
          <a:prstGeom prst="rect">
            <a:avLst/>
          </a:prstGeom>
          <a:noFill/>
          <a:ln>
            <a:noFill/>
          </a:ln>
          <a:effectLst>
            <a:outerShdw blurRad="114300" dist="190500" dir="3000000" algn="bl" rotWithShape="0">
              <a:srgbClr val="000000">
                <a:alpha val="73000"/>
              </a:srgbClr>
            </a:outerShdw>
          </a:effectLst>
        </p:spPr>
      </p:pic>
      <p:pic>
        <p:nvPicPr>
          <p:cNvPr id="442" name="Google Shape;44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9175" y="1085374"/>
            <a:ext cx="3325649" cy="27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1"/>
          <p:cNvSpPr txBox="1"/>
          <p:nvPr/>
        </p:nvSpPr>
        <p:spPr>
          <a:xfrm>
            <a:off x="470250" y="4441200"/>
            <a:ext cx="82035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Unai Laskurain - Xabat Maortua - Andoni Usandizaga - Julen Gabilondo - Peru Ramos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31"/>
          <p:cNvSpPr txBox="1"/>
          <p:nvPr/>
        </p:nvSpPr>
        <p:spPr>
          <a:xfrm>
            <a:off x="4878050" y="4657175"/>
            <a:ext cx="35394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Arrasate, 23</a:t>
            </a:r>
            <a:r>
              <a:rPr lang="en" sz="1300" baseline="30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of November of 2023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5" name="Google Shape;445;p31"/>
          <p:cNvPicPr preferRelativeResize="0"/>
          <p:nvPr/>
        </p:nvPicPr>
        <p:blipFill rotWithShape="1">
          <a:blip r:embed="rId5">
            <a:alphaModFix/>
          </a:blip>
          <a:srcRect t="42492" b="44125"/>
          <a:stretch/>
        </p:blipFill>
        <p:spPr>
          <a:xfrm>
            <a:off x="3484612" y="3586625"/>
            <a:ext cx="2174774" cy="29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"/>
          <p:cNvSpPr txBox="1">
            <a:spLocks noGrp="1"/>
          </p:cNvSpPr>
          <p:nvPr>
            <p:ph type="subTitle" idx="5"/>
          </p:nvPr>
        </p:nvSpPr>
        <p:spPr>
          <a:xfrm>
            <a:off x="826100" y="1642900"/>
            <a:ext cx="7475100" cy="22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PROBLEM ANALYSIS</a:t>
            </a:r>
            <a:endParaRPr/>
          </a:p>
          <a:p>
            <a:pPr marL="45720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SDG GOALS</a:t>
            </a:r>
            <a:endParaRPr/>
          </a:p>
          <a:p>
            <a:pPr marL="45720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MARKET</a:t>
            </a:r>
            <a:endParaRPr/>
          </a:p>
          <a:p>
            <a:pPr marL="45720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1600"/>
              <a:buAutoNum type="arabicPeriod"/>
            </a:pPr>
            <a:r>
              <a:rPr lang="en"/>
              <a:t>CONCLUSION</a:t>
            </a:r>
            <a:endParaRPr/>
          </a:p>
        </p:txBody>
      </p:sp>
      <p:sp>
        <p:nvSpPr>
          <p:cNvPr id="451" name="Google Shape;451;p32"/>
          <p:cNvSpPr txBox="1">
            <a:spLocks noGrp="1"/>
          </p:cNvSpPr>
          <p:nvPr>
            <p:ph type="title" idx="18"/>
          </p:nvPr>
        </p:nvSpPr>
        <p:spPr>
          <a:xfrm>
            <a:off x="1244928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endParaRPr/>
          </a:p>
        </p:txBody>
      </p:sp>
      <p:grpSp>
        <p:nvGrpSpPr>
          <p:cNvPr id="452" name="Google Shape;452;p32"/>
          <p:cNvGrpSpPr/>
          <p:nvPr/>
        </p:nvGrpSpPr>
        <p:grpSpPr>
          <a:xfrm>
            <a:off x="1000663" y="631041"/>
            <a:ext cx="175278" cy="211378"/>
            <a:chOff x="1604075" y="238125"/>
            <a:chExt cx="4327850" cy="5219200"/>
          </a:xfrm>
        </p:grpSpPr>
        <p:sp>
          <p:nvSpPr>
            <p:cNvPr id="453" name="Google Shape;453;p32"/>
            <p:cNvSpPr/>
            <p:nvPr/>
          </p:nvSpPr>
          <p:spPr>
            <a:xfrm>
              <a:off x="1668500" y="238125"/>
              <a:ext cx="4263425" cy="5219200"/>
            </a:xfrm>
            <a:custGeom>
              <a:avLst/>
              <a:gdLst/>
              <a:ahLst/>
              <a:cxnLst/>
              <a:rect l="l" t="t" r="r" b="b"/>
              <a:pathLst>
                <a:path w="170537" h="208768" extrusionOk="0">
                  <a:moveTo>
                    <a:pt x="57444" y="0"/>
                  </a:moveTo>
                  <a:cubicBezTo>
                    <a:pt x="55421" y="0"/>
                    <a:pt x="53464" y="815"/>
                    <a:pt x="52029" y="2251"/>
                  </a:cubicBezTo>
                  <a:lnTo>
                    <a:pt x="2251" y="52061"/>
                  </a:lnTo>
                  <a:cubicBezTo>
                    <a:pt x="816" y="53464"/>
                    <a:pt x="0" y="55421"/>
                    <a:pt x="0" y="57444"/>
                  </a:cubicBezTo>
                  <a:lnTo>
                    <a:pt x="0" y="201134"/>
                  </a:lnTo>
                  <a:cubicBezTo>
                    <a:pt x="0" y="205342"/>
                    <a:pt x="3425" y="208767"/>
                    <a:pt x="7633" y="208767"/>
                  </a:cubicBezTo>
                  <a:lnTo>
                    <a:pt x="162904" y="208767"/>
                  </a:lnTo>
                  <a:cubicBezTo>
                    <a:pt x="167112" y="208767"/>
                    <a:pt x="170537" y="205342"/>
                    <a:pt x="170537" y="201134"/>
                  </a:cubicBezTo>
                  <a:lnTo>
                    <a:pt x="170537" y="7633"/>
                  </a:lnTo>
                  <a:cubicBezTo>
                    <a:pt x="170537" y="3425"/>
                    <a:pt x="167112" y="0"/>
                    <a:pt x="1629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2"/>
            <p:cNvSpPr/>
            <p:nvPr/>
          </p:nvSpPr>
          <p:spPr>
            <a:xfrm>
              <a:off x="3800200" y="238125"/>
              <a:ext cx="2131725" cy="5219200"/>
            </a:xfrm>
            <a:custGeom>
              <a:avLst/>
              <a:gdLst/>
              <a:ahLst/>
              <a:cxnLst/>
              <a:rect l="l" t="t" r="r" b="b"/>
              <a:pathLst>
                <a:path w="85269" h="208768" extrusionOk="0">
                  <a:moveTo>
                    <a:pt x="1" y="0"/>
                  </a:moveTo>
                  <a:lnTo>
                    <a:pt x="1" y="208767"/>
                  </a:lnTo>
                  <a:lnTo>
                    <a:pt x="77636" y="208767"/>
                  </a:lnTo>
                  <a:cubicBezTo>
                    <a:pt x="81844" y="208767"/>
                    <a:pt x="85269" y="205342"/>
                    <a:pt x="85269" y="201134"/>
                  </a:cubicBezTo>
                  <a:lnTo>
                    <a:pt x="85269" y="7633"/>
                  </a:lnTo>
                  <a:cubicBezTo>
                    <a:pt x="85269" y="3425"/>
                    <a:pt x="81844" y="0"/>
                    <a:pt x="77636" y="0"/>
                  </a:cubicBezTo>
                  <a:close/>
                </a:path>
              </a:pathLst>
            </a:custGeom>
            <a:solidFill>
              <a:schemeClr val="dk1">
                <a:alpha val="156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2"/>
            <p:cNvSpPr/>
            <p:nvPr/>
          </p:nvSpPr>
          <p:spPr>
            <a:xfrm>
              <a:off x="1604075" y="238250"/>
              <a:ext cx="1691350" cy="1626800"/>
            </a:xfrm>
            <a:custGeom>
              <a:avLst/>
              <a:gdLst/>
              <a:ahLst/>
              <a:cxnLst/>
              <a:rect l="l" t="t" r="r" b="b"/>
              <a:pathLst>
                <a:path w="67654" h="65072" extrusionOk="0">
                  <a:moveTo>
                    <a:pt x="59948" y="0"/>
                  </a:moveTo>
                  <a:cubicBezTo>
                    <a:pt x="58070" y="0"/>
                    <a:pt x="56157" y="695"/>
                    <a:pt x="54606" y="2246"/>
                  </a:cubicBezTo>
                  <a:lnTo>
                    <a:pt x="4828" y="52056"/>
                  </a:lnTo>
                  <a:cubicBezTo>
                    <a:pt x="0" y="56851"/>
                    <a:pt x="3425" y="65072"/>
                    <a:pt x="10210" y="65072"/>
                  </a:cubicBezTo>
                  <a:lnTo>
                    <a:pt x="60021" y="65072"/>
                  </a:lnTo>
                  <a:cubicBezTo>
                    <a:pt x="64229" y="65072"/>
                    <a:pt x="67654" y="61647"/>
                    <a:pt x="67654" y="57439"/>
                  </a:cubicBezTo>
                  <a:lnTo>
                    <a:pt x="67654" y="7628"/>
                  </a:lnTo>
                  <a:cubicBezTo>
                    <a:pt x="67654" y="3038"/>
                    <a:pt x="63877" y="0"/>
                    <a:pt x="599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2"/>
            <p:cNvSpPr/>
            <p:nvPr/>
          </p:nvSpPr>
          <p:spPr>
            <a:xfrm>
              <a:off x="2494600" y="3742300"/>
              <a:ext cx="2611225" cy="382500"/>
            </a:xfrm>
            <a:custGeom>
              <a:avLst/>
              <a:gdLst/>
              <a:ahLst/>
              <a:cxnLst/>
              <a:rect l="l" t="t" r="r" b="b"/>
              <a:pathLst>
                <a:path w="104449" h="15300" extrusionOk="0">
                  <a:moveTo>
                    <a:pt x="7633" y="1"/>
                  </a:moveTo>
                  <a:cubicBezTo>
                    <a:pt x="3425" y="1"/>
                    <a:pt x="0" y="3426"/>
                    <a:pt x="0" y="7666"/>
                  </a:cubicBezTo>
                  <a:cubicBezTo>
                    <a:pt x="0" y="11874"/>
                    <a:pt x="3425" y="15299"/>
                    <a:pt x="7633" y="15299"/>
                  </a:cubicBezTo>
                  <a:lnTo>
                    <a:pt x="96816" y="15299"/>
                  </a:lnTo>
                  <a:cubicBezTo>
                    <a:pt x="101057" y="15299"/>
                    <a:pt x="104449" y="11874"/>
                    <a:pt x="104449" y="7666"/>
                  </a:cubicBezTo>
                  <a:cubicBezTo>
                    <a:pt x="104449" y="3426"/>
                    <a:pt x="101057" y="1"/>
                    <a:pt x="968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2"/>
            <p:cNvSpPr/>
            <p:nvPr/>
          </p:nvSpPr>
          <p:spPr>
            <a:xfrm>
              <a:off x="2494600" y="4411000"/>
              <a:ext cx="2611225" cy="382500"/>
            </a:xfrm>
            <a:custGeom>
              <a:avLst/>
              <a:gdLst/>
              <a:ahLst/>
              <a:cxnLst/>
              <a:rect l="l" t="t" r="r" b="b"/>
              <a:pathLst>
                <a:path w="104449" h="15300" extrusionOk="0">
                  <a:moveTo>
                    <a:pt x="7633" y="1"/>
                  </a:moveTo>
                  <a:cubicBezTo>
                    <a:pt x="3425" y="1"/>
                    <a:pt x="0" y="3426"/>
                    <a:pt x="0" y="7667"/>
                  </a:cubicBezTo>
                  <a:cubicBezTo>
                    <a:pt x="0" y="11874"/>
                    <a:pt x="3425" y="15300"/>
                    <a:pt x="7633" y="15300"/>
                  </a:cubicBezTo>
                  <a:lnTo>
                    <a:pt x="96816" y="15300"/>
                  </a:lnTo>
                  <a:cubicBezTo>
                    <a:pt x="101057" y="15300"/>
                    <a:pt x="104449" y="11874"/>
                    <a:pt x="104449" y="7667"/>
                  </a:cubicBezTo>
                  <a:cubicBezTo>
                    <a:pt x="104449" y="3426"/>
                    <a:pt x="101057" y="1"/>
                    <a:pt x="968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2"/>
            <p:cNvSpPr/>
            <p:nvPr/>
          </p:nvSpPr>
          <p:spPr>
            <a:xfrm>
              <a:off x="3114375" y="2032200"/>
              <a:ext cx="1370875" cy="1395350"/>
            </a:xfrm>
            <a:custGeom>
              <a:avLst/>
              <a:gdLst/>
              <a:ahLst/>
              <a:cxnLst/>
              <a:rect l="l" t="t" r="r" b="b"/>
              <a:pathLst>
                <a:path w="54835" h="55814" extrusionOk="0">
                  <a:moveTo>
                    <a:pt x="27434" y="1"/>
                  </a:moveTo>
                  <a:cubicBezTo>
                    <a:pt x="9656" y="1"/>
                    <a:pt x="0" y="20192"/>
                    <a:pt x="9623" y="34088"/>
                  </a:cubicBezTo>
                  <a:lnTo>
                    <a:pt x="2936" y="43842"/>
                  </a:lnTo>
                  <a:cubicBezTo>
                    <a:pt x="555" y="47332"/>
                    <a:pt x="1436" y="52095"/>
                    <a:pt x="4926" y="54476"/>
                  </a:cubicBezTo>
                  <a:cubicBezTo>
                    <a:pt x="6250" y="55379"/>
                    <a:pt x="7757" y="55813"/>
                    <a:pt x="9248" y="55813"/>
                  </a:cubicBezTo>
                  <a:cubicBezTo>
                    <a:pt x="11687" y="55813"/>
                    <a:pt x="14082" y="54652"/>
                    <a:pt x="15560" y="52486"/>
                  </a:cubicBezTo>
                  <a:lnTo>
                    <a:pt x="22410" y="42472"/>
                  </a:lnTo>
                  <a:cubicBezTo>
                    <a:pt x="24026" y="42835"/>
                    <a:pt x="25717" y="43022"/>
                    <a:pt x="27433" y="43022"/>
                  </a:cubicBezTo>
                  <a:cubicBezTo>
                    <a:pt x="29111" y="43022"/>
                    <a:pt x="30812" y="42843"/>
                    <a:pt x="32490" y="42472"/>
                  </a:cubicBezTo>
                  <a:lnTo>
                    <a:pt x="39340" y="52486"/>
                  </a:lnTo>
                  <a:cubicBezTo>
                    <a:pt x="40818" y="54652"/>
                    <a:pt x="43200" y="55813"/>
                    <a:pt x="45629" y="55813"/>
                  </a:cubicBezTo>
                  <a:cubicBezTo>
                    <a:pt x="47114" y="55813"/>
                    <a:pt x="48617" y="55379"/>
                    <a:pt x="49941" y="54476"/>
                  </a:cubicBezTo>
                  <a:cubicBezTo>
                    <a:pt x="53432" y="52095"/>
                    <a:pt x="54312" y="47332"/>
                    <a:pt x="51931" y="43842"/>
                  </a:cubicBezTo>
                  <a:lnTo>
                    <a:pt x="45244" y="34088"/>
                  </a:lnTo>
                  <a:cubicBezTo>
                    <a:pt x="54834" y="20258"/>
                    <a:pt x="45309" y="1"/>
                    <a:pt x="274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3800200" y="3742300"/>
              <a:ext cx="1305625" cy="382500"/>
            </a:xfrm>
            <a:custGeom>
              <a:avLst/>
              <a:gdLst/>
              <a:ahLst/>
              <a:cxnLst/>
              <a:rect l="l" t="t" r="r" b="b"/>
              <a:pathLst>
                <a:path w="52225" h="15300" extrusionOk="0">
                  <a:moveTo>
                    <a:pt x="1" y="1"/>
                  </a:moveTo>
                  <a:lnTo>
                    <a:pt x="1" y="15299"/>
                  </a:lnTo>
                  <a:lnTo>
                    <a:pt x="44592" y="15299"/>
                  </a:lnTo>
                  <a:cubicBezTo>
                    <a:pt x="48833" y="15299"/>
                    <a:pt x="52225" y="11874"/>
                    <a:pt x="52225" y="7666"/>
                  </a:cubicBezTo>
                  <a:cubicBezTo>
                    <a:pt x="52225" y="3426"/>
                    <a:pt x="48833" y="1"/>
                    <a:pt x="44592" y="1"/>
                  </a:cubicBezTo>
                  <a:close/>
                </a:path>
              </a:pathLst>
            </a:custGeom>
            <a:solidFill>
              <a:schemeClr val="dk1">
                <a:alpha val="156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3800200" y="4411000"/>
              <a:ext cx="1305625" cy="382500"/>
            </a:xfrm>
            <a:custGeom>
              <a:avLst/>
              <a:gdLst/>
              <a:ahLst/>
              <a:cxnLst/>
              <a:rect l="l" t="t" r="r" b="b"/>
              <a:pathLst>
                <a:path w="52225" h="15300" extrusionOk="0">
                  <a:moveTo>
                    <a:pt x="1" y="1"/>
                  </a:moveTo>
                  <a:lnTo>
                    <a:pt x="1" y="15300"/>
                  </a:lnTo>
                  <a:lnTo>
                    <a:pt x="44592" y="15300"/>
                  </a:lnTo>
                  <a:cubicBezTo>
                    <a:pt x="48833" y="15300"/>
                    <a:pt x="52225" y="11874"/>
                    <a:pt x="52225" y="7667"/>
                  </a:cubicBezTo>
                  <a:cubicBezTo>
                    <a:pt x="52225" y="3426"/>
                    <a:pt x="48833" y="1"/>
                    <a:pt x="44592" y="1"/>
                  </a:cubicBezTo>
                  <a:close/>
                </a:path>
              </a:pathLst>
            </a:custGeom>
            <a:solidFill>
              <a:schemeClr val="dk1">
                <a:alpha val="156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3800200" y="2032200"/>
              <a:ext cx="685050" cy="1395350"/>
            </a:xfrm>
            <a:custGeom>
              <a:avLst/>
              <a:gdLst/>
              <a:ahLst/>
              <a:cxnLst/>
              <a:rect l="l" t="t" r="r" b="b"/>
              <a:pathLst>
                <a:path w="27402" h="55814" extrusionOk="0">
                  <a:moveTo>
                    <a:pt x="1" y="1"/>
                  </a:moveTo>
                  <a:lnTo>
                    <a:pt x="1" y="43026"/>
                  </a:lnTo>
                  <a:cubicBezTo>
                    <a:pt x="1697" y="43026"/>
                    <a:pt x="3393" y="42831"/>
                    <a:pt x="5057" y="42472"/>
                  </a:cubicBezTo>
                  <a:lnTo>
                    <a:pt x="11907" y="52486"/>
                  </a:lnTo>
                  <a:cubicBezTo>
                    <a:pt x="13385" y="54652"/>
                    <a:pt x="15767" y="55813"/>
                    <a:pt x="18196" y="55813"/>
                  </a:cubicBezTo>
                  <a:cubicBezTo>
                    <a:pt x="19681" y="55813"/>
                    <a:pt x="21184" y="55379"/>
                    <a:pt x="22508" y="54476"/>
                  </a:cubicBezTo>
                  <a:cubicBezTo>
                    <a:pt x="25999" y="52095"/>
                    <a:pt x="26879" y="47332"/>
                    <a:pt x="24498" y="43842"/>
                  </a:cubicBezTo>
                  <a:lnTo>
                    <a:pt x="17811" y="34088"/>
                  </a:lnTo>
                  <a:cubicBezTo>
                    <a:pt x="27401" y="20258"/>
                    <a:pt x="17876" y="1"/>
                    <a:pt x="1" y="1"/>
                  </a:cubicBezTo>
                  <a:close/>
                </a:path>
              </a:pathLst>
            </a:custGeom>
            <a:solidFill>
              <a:schemeClr val="dk1">
                <a:alpha val="156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62" name="Google Shape;46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925" y="4444675"/>
            <a:ext cx="537450" cy="53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3"/>
          <p:cNvSpPr txBox="1">
            <a:spLocks noGrp="1"/>
          </p:cNvSpPr>
          <p:nvPr>
            <p:ph type="title"/>
          </p:nvPr>
        </p:nvSpPr>
        <p:spPr>
          <a:xfrm>
            <a:off x="2465300" y="2245500"/>
            <a:ext cx="2953500" cy="65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Problem analysis</a:t>
            </a:r>
            <a:endParaRPr sz="4500"/>
          </a:p>
        </p:txBody>
      </p:sp>
      <p:sp>
        <p:nvSpPr>
          <p:cNvPr id="469" name="Google Shape;469;p33"/>
          <p:cNvSpPr txBox="1">
            <a:spLocks noGrp="1"/>
          </p:cNvSpPr>
          <p:nvPr>
            <p:ph type="title" idx="2"/>
          </p:nvPr>
        </p:nvSpPr>
        <p:spPr>
          <a:xfrm>
            <a:off x="218550" y="1467600"/>
            <a:ext cx="1968900" cy="22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0"/>
              <a:t>1</a:t>
            </a:r>
            <a:endParaRPr sz="20000"/>
          </a:p>
        </p:txBody>
      </p:sp>
      <p:grpSp>
        <p:nvGrpSpPr>
          <p:cNvPr id="470" name="Google Shape;470;p33"/>
          <p:cNvGrpSpPr/>
          <p:nvPr/>
        </p:nvGrpSpPr>
        <p:grpSpPr>
          <a:xfrm>
            <a:off x="5418789" y="1467601"/>
            <a:ext cx="3466030" cy="2710379"/>
            <a:chOff x="1190200" y="920275"/>
            <a:chExt cx="5212075" cy="3774375"/>
          </a:xfrm>
        </p:grpSpPr>
        <p:sp>
          <p:nvSpPr>
            <p:cNvPr id="471" name="Google Shape;471;p33"/>
            <p:cNvSpPr/>
            <p:nvPr/>
          </p:nvSpPr>
          <p:spPr>
            <a:xfrm>
              <a:off x="1190200" y="4224300"/>
              <a:ext cx="5212075" cy="2525"/>
            </a:xfrm>
            <a:custGeom>
              <a:avLst/>
              <a:gdLst/>
              <a:ahLst/>
              <a:cxnLst/>
              <a:rect l="l" t="t" r="r" b="b"/>
              <a:pathLst>
                <a:path w="208483" h="101" extrusionOk="0">
                  <a:moveTo>
                    <a:pt x="0" y="0"/>
                  </a:moveTo>
                  <a:lnTo>
                    <a:pt x="0" y="101"/>
                  </a:lnTo>
                  <a:lnTo>
                    <a:pt x="208482" y="101"/>
                  </a:lnTo>
                  <a:lnTo>
                    <a:pt x="2084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3"/>
            <p:cNvSpPr/>
            <p:nvPr/>
          </p:nvSpPr>
          <p:spPr>
            <a:xfrm>
              <a:off x="5326475" y="4391925"/>
              <a:ext cx="553750" cy="2525"/>
            </a:xfrm>
            <a:custGeom>
              <a:avLst/>
              <a:gdLst/>
              <a:ahLst/>
              <a:cxnLst/>
              <a:rect l="l" t="t" r="r" b="b"/>
              <a:pathLst>
                <a:path w="22150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2150" y="100"/>
                  </a:lnTo>
                  <a:lnTo>
                    <a:pt x="2215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3"/>
            <p:cNvSpPr/>
            <p:nvPr/>
          </p:nvSpPr>
          <p:spPr>
            <a:xfrm>
              <a:off x="4031375" y="4359400"/>
              <a:ext cx="611300" cy="2525"/>
            </a:xfrm>
            <a:custGeom>
              <a:avLst/>
              <a:gdLst/>
              <a:ahLst/>
              <a:cxnLst/>
              <a:rect l="l" t="t" r="r" b="b"/>
              <a:pathLst>
                <a:path w="24452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4452" y="100"/>
                  </a:lnTo>
                  <a:lnTo>
                    <a:pt x="2445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3"/>
            <p:cNvSpPr/>
            <p:nvPr/>
          </p:nvSpPr>
          <p:spPr>
            <a:xfrm>
              <a:off x="5153850" y="4344375"/>
              <a:ext cx="199325" cy="2525"/>
            </a:xfrm>
            <a:custGeom>
              <a:avLst/>
              <a:gdLst/>
              <a:ahLst/>
              <a:cxnLst/>
              <a:rect l="l" t="t" r="r" b="b"/>
              <a:pathLst>
                <a:path w="7973" h="101" extrusionOk="0">
                  <a:moveTo>
                    <a:pt x="1" y="1"/>
                  </a:moveTo>
                  <a:lnTo>
                    <a:pt x="1" y="101"/>
                  </a:lnTo>
                  <a:lnTo>
                    <a:pt x="7973" y="101"/>
                  </a:lnTo>
                  <a:lnTo>
                    <a:pt x="79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2237600" y="4312700"/>
              <a:ext cx="450350" cy="2525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2018275" y="4312700"/>
              <a:ext cx="160975" cy="2525"/>
            </a:xfrm>
            <a:custGeom>
              <a:avLst/>
              <a:gdLst/>
              <a:ahLst/>
              <a:cxnLst/>
              <a:rect l="l" t="t" r="r" b="b"/>
              <a:pathLst>
                <a:path w="6439" h="101" extrusionOk="0">
                  <a:moveTo>
                    <a:pt x="1" y="0"/>
                  </a:moveTo>
                  <a:lnTo>
                    <a:pt x="1" y="100"/>
                  </a:lnTo>
                  <a:lnTo>
                    <a:pt x="6439" y="100"/>
                  </a:lnTo>
                  <a:lnTo>
                    <a:pt x="64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2560325" y="4356900"/>
              <a:ext cx="565425" cy="2525"/>
            </a:xfrm>
            <a:custGeom>
              <a:avLst/>
              <a:gdLst/>
              <a:ahLst/>
              <a:cxnLst/>
              <a:rect l="l" t="t" r="r" b="b"/>
              <a:pathLst>
                <a:path w="22617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2617" y="100"/>
                  </a:lnTo>
                  <a:lnTo>
                    <a:pt x="226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3426775" y="2654850"/>
              <a:ext cx="157650" cy="1516925"/>
            </a:xfrm>
            <a:custGeom>
              <a:avLst/>
              <a:gdLst/>
              <a:ahLst/>
              <a:cxnLst/>
              <a:rect l="l" t="t" r="r" b="b"/>
              <a:pathLst>
                <a:path w="6306" h="60677" extrusionOk="0">
                  <a:moveTo>
                    <a:pt x="1" y="0"/>
                  </a:moveTo>
                  <a:lnTo>
                    <a:pt x="1" y="60677"/>
                  </a:lnTo>
                  <a:lnTo>
                    <a:pt x="6305" y="60677"/>
                  </a:lnTo>
                  <a:lnTo>
                    <a:pt x="6305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1760600" y="4171750"/>
              <a:ext cx="1794625" cy="52575"/>
            </a:xfrm>
            <a:custGeom>
              <a:avLst/>
              <a:gdLst/>
              <a:ahLst/>
              <a:cxnLst/>
              <a:rect l="l" t="t" r="r" b="b"/>
              <a:pathLst>
                <a:path w="71785" h="2103" extrusionOk="0">
                  <a:moveTo>
                    <a:pt x="0" y="1"/>
                  </a:moveTo>
                  <a:lnTo>
                    <a:pt x="0" y="2102"/>
                  </a:lnTo>
                  <a:lnTo>
                    <a:pt x="71785" y="2102"/>
                  </a:lnTo>
                  <a:lnTo>
                    <a:pt x="71785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1735575" y="2654850"/>
              <a:ext cx="1691225" cy="1516925"/>
            </a:xfrm>
            <a:custGeom>
              <a:avLst/>
              <a:gdLst/>
              <a:ahLst/>
              <a:cxnLst/>
              <a:rect l="l" t="t" r="r" b="b"/>
              <a:pathLst>
                <a:path w="67649" h="60677" extrusionOk="0">
                  <a:moveTo>
                    <a:pt x="1" y="0"/>
                  </a:moveTo>
                  <a:lnTo>
                    <a:pt x="1" y="60677"/>
                  </a:lnTo>
                  <a:lnTo>
                    <a:pt x="67649" y="60677"/>
                  </a:lnTo>
                  <a:lnTo>
                    <a:pt x="676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1786450" y="3444575"/>
              <a:ext cx="1588650" cy="271050"/>
            </a:xfrm>
            <a:custGeom>
              <a:avLst/>
              <a:gdLst/>
              <a:ahLst/>
              <a:cxnLst/>
              <a:rect l="l" t="t" r="r" b="b"/>
              <a:pathLst>
                <a:path w="63546" h="10842" extrusionOk="0">
                  <a:moveTo>
                    <a:pt x="0" y="0"/>
                  </a:moveTo>
                  <a:lnTo>
                    <a:pt x="0" y="10842"/>
                  </a:lnTo>
                  <a:lnTo>
                    <a:pt x="63546" y="10842"/>
                  </a:lnTo>
                  <a:lnTo>
                    <a:pt x="63546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1786450" y="3799000"/>
              <a:ext cx="1588650" cy="271050"/>
            </a:xfrm>
            <a:custGeom>
              <a:avLst/>
              <a:gdLst/>
              <a:ahLst/>
              <a:cxnLst/>
              <a:rect l="l" t="t" r="r" b="b"/>
              <a:pathLst>
                <a:path w="63546" h="10842" extrusionOk="0">
                  <a:moveTo>
                    <a:pt x="0" y="0"/>
                  </a:moveTo>
                  <a:lnTo>
                    <a:pt x="0" y="10841"/>
                  </a:lnTo>
                  <a:lnTo>
                    <a:pt x="63546" y="10841"/>
                  </a:lnTo>
                  <a:lnTo>
                    <a:pt x="63546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3"/>
            <p:cNvSpPr/>
            <p:nvPr/>
          </p:nvSpPr>
          <p:spPr>
            <a:xfrm>
              <a:off x="1911525" y="3427900"/>
              <a:ext cx="1338500" cy="37550"/>
            </a:xfrm>
            <a:custGeom>
              <a:avLst/>
              <a:gdLst/>
              <a:ahLst/>
              <a:cxnLst/>
              <a:rect l="l" t="t" r="r" b="b"/>
              <a:pathLst>
                <a:path w="53540" h="1502" extrusionOk="0">
                  <a:moveTo>
                    <a:pt x="535" y="0"/>
                  </a:moveTo>
                  <a:cubicBezTo>
                    <a:pt x="234" y="0"/>
                    <a:pt x="1" y="234"/>
                    <a:pt x="1" y="534"/>
                  </a:cubicBezTo>
                  <a:lnTo>
                    <a:pt x="1" y="968"/>
                  </a:lnTo>
                  <a:cubicBezTo>
                    <a:pt x="1" y="1268"/>
                    <a:pt x="234" y="1501"/>
                    <a:pt x="535" y="1501"/>
                  </a:cubicBezTo>
                  <a:lnTo>
                    <a:pt x="53039" y="1501"/>
                  </a:lnTo>
                  <a:cubicBezTo>
                    <a:pt x="53306" y="1501"/>
                    <a:pt x="53539" y="1268"/>
                    <a:pt x="53539" y="968"/>
                  </a:cubicBezTo>
                  <a:lnTo>
                    <a:pt x="53539" y="534"/>
                  </a:lnTo>
                  <a:cubicBezTo>
                    <a:pt x="53539" y="234"/>
                    <a:pt x="53306" y="0"/>
                    <a:pt x="53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3"/>
            <p:cNvSpPr/>
            <p:nvPr/>
          </p:nvSpPr>
          <p:spPr>
            <a:xfrm>
              <a:off x="1911525" y="3782325"/>
              <a:ext cx="1338500" cy="37550"/>
            </a:xfrm>
            <a:custGeom>
              <a:avLst/>
              <a:gdLst/>
              <a:ahLst/>
              <a:cxnLst/>
              <a:rect l="l" t="t" r="r" b="b"/>
              <a:pathLst>
                <a:path w="53540" h="1502" extrusionOk="0">
                  <a:moveTo>
                    <a:pt x="535" y="0"/>
                  </a:moveTo>
                  <a:cubicBezTo>
                    <a:pt x="234" y="0"/>
                    <a:pt x="1" y="234"/>
                    <a:pt x="1" y="534"/>
                  </a:cubicBezTo>
                  <a:lnTo>
                    <a:pt x="1" y="968"/>
                  </a:lnTo>
                  <a:cubicBezTo>
                    <a:pt x="1" y="1268"/>
                    <a:pt x="234" y="1501"/>
                    <a:pt x="535" y="1501"/>
                  </a:cubicBezTo>
                  <a:lnTo>
                    <a:pt x="53039" y="1501"/>
                  </a:lnTo>
                  <a:cubicBezTo>
                    <a:pt x="53306" y="1501"/>
                    <a:pt x="53539" y="1268"/>
                    <a:pt x="53539" y="968"/>
                  </a:cubicBezTo>
                  <a:lnTo>
                    <a:pt x="53539" y="534"/>
                  </a:lnTo>
                  <a:cubicBezTo>
                    <a:pt x="53539" y="234"/>
                    <a:pt x="53306" y="0"/>
                    <a:pt x="53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3"/>
            <p:cNvSpPr/>
            <p:nvPr/>
          </p:nvSpPr>
          <p:spPr>
            <a:xfrm>
              <a:off x="1786450" y="2738225"/>
              <a:ext cx="1588650" cy="271075"/>
            </a:xfrm>
            <a:custGeom>
              <a:avLst/>
              <a:gdLst/>
              <a:ahLst/>
              <a:cxnLst/>
              <a:rect l="l" t="t" r="r" b="b"/>
              <a:pathLst>
                <a:path w="63546" h="10843" extrusionOk="0">
                  <a:moveTo>
                    <a:pt x="0" y="1"/>
                  </a:moveTo>
                  <a:lnTo>
                    <a:pt x="0" y="10842"/>
                  </a:lnTo>
                  <a:lnTo>
                    <a:pt x="63546" y="10842"/>
                  </a:lnTo>
                  <a:lnTo>
                    <a:pt x="63546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3"/>
            <p:cNvSpPr/>
            <p:nvPr/>
          </p:nvSpPr>
          <p:spPr>
            <a:xfrm>
              <a:off x="1786450" y="3090150"/>
              <a:ext cx="1588650" cy="271050"/>
            </a:xfrm>
            <a:custGeom>
              <a:avLst/>
              <a:gdLst/>
              <a:ahLst/>
              <a:cxnLst/>
              <a:rect l="l" t="t" r="r" b="b"/>
              <a:pathLst>
                <a:path w="63546" h="10842" extrusionOk="0">
                  <a:moveTo>
                    <a:pt x="0" y="1"/>
                  </a:moveTo>
                  <a:lnTo>
                    <a:pt x="0" y="10842"/>
                  </a:lnTo>
                  <a:lnTo>
                    <a:pt x="63546" y="10842"/>
                  </a:lnTo>
                  <a:lnTo>
                    <a:pt x="63546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3"/>
            <p:cNvSpPr/>
            <p:nvPr/>
          </p:nvSpPr>
          <p:spPr>
            <a:xfrm>
              <a:off x="1911525" y="2721550"/>
              <a:ext cx="1338500" cy="37550"/>
            </a:xfrm>
            <a:custGeom>
              <a:avLst/>
              <a:gdLst/>
              <a:ahLst/>
              <a:cxnLst/>
              <a:rect l="l" t="t" r="r" b="b"/>
              <a:pathLst>
                <a:path w="53540" h="1502" extrusionOk="0">
                  <a:moveTo>
                    <a:pt x="535" y="1"/>
                  </a:moveTo>
                  <a:cubicBezTo>
                    <a:pt x="234" y="1"/>
                    <a:pt x="1" y="234"/>
                    <a:pt x="1" y="534"/>
                  </a:cubicBezTo>
                  <a:lnTo>
                    <a:pt x="1" y="968"/>
                  </a:lnTo>
                  <a:cubicBezTo>
                    <a:pt x="1" y="1268"/>
                    <a:pt x="234" y="1502"/>
                    <a:pt x="535" y="1502"/>
                  </a:cubicBezTo>
                  <a:lnTo>
                    <a:pt x="53039" y="1502"/>
                  </a:lnTo>
                  <a:cubicBezTo>
                    <a:pt x="53306" y="1502"/>
                    <a:pt x="53539" y="1268"/>
                    <a:pt x="53539" y="968"/>
                  </a:cubicBezTo>
                  <a:lnTo>
                    <a:pt x="53539" y="534"/>
                  </a:lnTo>
                  <a:cubicBezTo>
                    <a:pt x="53539" y="234"/>
                    <a:pt x="53306" y="1"/>
                    <a:pt x="530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3"/>
            <p:cNvSpPr/>
            <p:nvPr/>
          </p:nvSpPr>
          <p:spPr>
            <a:xfrm>
              <a:off x="1911525" y="3073475"/>
              <a:ext cx="1338500" cy="37550"/>
            </a:xfrm>
            <a:custGeom>
              <a:avLst/>
              <a:gdLst/>
              <a:ahLst/>
              <a:cxnLst/>
              <a:rect l="l" t="t" r="r" b="b"/>
              <a:pathLst>
                <a:path w="53540" h="1502" extrusionOk="0">
                  <a:moveTo>
                    <a:pt x="535" y="1"/>
                  </a:moveTo>
                  <a:cubicBezTo>
                    <a:pt x="234" y="1"/>
                    <a:pt x="1" y="234"/>
                    <a:pt x="1" y="534"/>
                  </a:cubicBezTo>
                  <a:lnTo>
                    <a:pt x="1" y="968"/>
                  </a:lnTo>
                  <a:cubicBezTo>
                    <a:pt x="1" y="1268"/>
                    <a:pt x="234" y="1502"/>
                    <a:pt x="535" y="1502"/>
                  </a:cubicBezTo>
                  <a:lnTo>
                    <a:pt x="53039" y="1502"/>
                  </a:lnTo>
                  <a:cubicBezTo>
                    <a:pt x="53306" y="1502"/>
                    <a:pt x="53539" y="1268"/>
                    <a:pt x="53539" y="968"/>
                  </a:cubicBezTo>
                  <a:lnTo>
                    <a:pt x="53539" y="534"/>
                  </a:lnTo>
                  <a:cubicBezTo>
                    <a:pt x="53539" y="234"/>
                    <a:pt x="53306" y="1"/>
                    <a:pt x="530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3"/>
            <p:cNvSpPr/>
            <p:nvPr/>
          </p:nvSpPr>
          <p:spPr>
            <a:xfrm>
              <a:off x="4287400" y="3311150"/>
              <a:ext cx="99250" cy="913175"/>
            </a:xfrm>
            <a:custGeom>
              <a:avLst/>
              <a:gdLst/>
              <a:ahLst/>
              <a:cxnLst/>
              <a:rect l="l" t="t" r="r" b="b"/>
              <a:pathLst>
                <a:path w="3970" h="36527" extrusionOk="0">
                  <a:moveTo>
                    <a:pt x="0" y="0"/>
                  </a:moveTo>
                  <a:lnTo>
                    <a:pt x="0" y="36526"/>
                  </a:lnTo>
                  <a:lnTo>
                    <a:pt x="3970" y="36526"/>
                  </a:lnTo>
                  <a:lnTo>
                    <a:pt x="397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3"/>
            <p:cNvSpPr/>
            <p:nvPr/>
          </p:nvSpPr>
          <p:spPr>
            <a:xfrm>
              <a:off x="4260725" y="3311150"/>
              <a:ext cx="58400" cy="913175"/>
            </a:xfrm>
            <a:custGeom>
              <a:avLst/>
              <a:gdLst/>
              <a:ahLst/>
              <a:cxnLst/>
              <a:rect l="l" t="t" r="r" b="b"/>
              <a:pathLst>
                <a:path w="2336" h="36527" extrusionOk="0">
                  <a:moveTo>
                    <a:pt x="0" y="0"/>
                  </a:moveTo>
                  <a:lnTo>
                    <a:pt x="0" y="36526"/>
                  </a:lnTo>
                  <a:lnTo>
                    <a:pt x="2335" y="36526"/>
                  </a:lnTo>
                  <a:lnTo>
                    <a:pt x="2335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3"/>
            <p:cNvSpPr/>
            <p:nvPr/>
          </p:nvSpPr>
          <p:spPr>
            <a:xfrm>
              <a:off x="4709375" y="3311150"/>
              <a:ext cx="99250" cy="913175"/>
            </a:xfrm>
            <a:custGeom>
              <a:avLst/>
              <a:gdLst/>
              <a:ahLst/>
              <a:cxnLst/>
              <a:rect l="l" t="t" r="r" b="b"/>
              <a:pathLst>
                <a:path w="3970" h="36527" extrusionOk="0">
                  <a:moveTo>
                    <a:pt x="0" y="0"/>
                  </a:moveTo>
                  <a:lnTo>
                    <a:pt x="0" y="36526"/>
                  </a:lnTo>
                  <a:lnTo>
                    <a:pt x="3970" y="36526"/>
                  </a:lnTo>
                  <a:lnTo>
                    <a:pt x="397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3"/>
            <p:cNvSpPr/>
            <p:nvPr/>
          </p:nvSpPr>
          <p:spPr>
            <a:xfrm>
              <a:off x="4691025" y="3311150"/>
              <a:ext cx="58400" cy="913175"/>
            </a:xfrm>
            <a:custGeom>
              <a:avLst/>
              <a:gdLst/>
              <a:ahLst/>
              <a:cxnLst/>
              <a:rect l="l" t="t" r="r" b="b"/>
              <a:pathLst>
                <a:path w="2336" h="36527" extrusionOk="0">
                  <a:moveTo>
                    <a:pt x="0" y="0"/>
                  </a:moveTo>
                  <a:lnTo>
                    <a:pt x="0" y="36526"/>
                  </a:lnTo>
                  <a:lnTo>
                    <a:pt x="2335" y="36526"/>
                  </a:lnTo>
                  <a:lnTo>
                    <a:pt x="2335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3"/>
            <p:cNvSpPr/>
            <p:nvPr/>
          </p:nvSpPr>
          <p:spPr>
            <a:xfrm>
              <a:off x="4242375" y="3311150"/>
              <a:ext cx="986550" cy="103425"/>
            </a:xfrm>
            <a:custGeom>
              <a:avLst/>
              <a:gdLst/>
              <a:ahLst/>
              <a:cxnLst/>
              <a:rect l="l" t="t" r="r" b="b"/>
              <a:pathLst>
                <a:path w="39462" h="4137" extrusionOk="0">
                  <a:moveTo>
                    <a:pt x="0" y="0"/>
                  </a:moveTo>
                  <a:lnTo>
                    <a:pt x="0" y="4137"/>
                  </a:lnTo>
                  <a:lnTo>
                    <a:pt x="39462" y="4137"/>
                  </a:lnTo>
                  <a:lnTo>
                    <a:pt x="39462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4971225" y="3146425"/>
              <a:ext cx="596275" cy="164750"/>
            </a:xfrm>
            <a:custGeom>
              <a:avLst/>
              <a:gdLst/>
              <a:ahLst/>
              <a:cxnLst/>
              <a:rect l="l" t="t" r="r" b="b"/>
              <a:pathLst>
                <a:path w="23851" h="6590" extrusionOk="0">
                  <a:moveTo>
                    <a:pt x="6854" y="1"/>
                  </a:moveTo>
                  <a:cubicBezTo>
                    <a:pt x="4567" y="1"/>
                    <a:pt x="2278" y="93"/>
                    <a:pt x="0" y="285"/>
                  </a:cubicBezTo>
                  <a:cubicBezTo>
                    <a:pt x="1935" y="985"/>
                    <a:pt x="5104" y="5655"/>
                    <a:pt x="7672" y="6589"/>
                  </a:cubicBezTo>
                  <a:lnTo>
                    <a:pt x="16179" y="6589"/>
                  </a:lnTo>
                  <a:cubicBezTo>
                    <a:pt x="18780" y="5655"/>
                    <a:pt x="21916" y="985"/>
                    <a:pt x="23851" y="285"/>
                  </a:cubicBezTo>
                  <a:cubicBezTo>
                    <a:pt x="21573" y="93"/>
                    <a:pt x="19295" y="1"/>
                    <a:pt x="17017" y="1"/>
                  </a:cubicBezTo>
                  <a:cubicBezTo>
                    <a:pt x="15325" y="1"/>
                    <a:pt x="13634" y="52"/>
                    <a:pt x="11942" y="151"/>
                  </a:cubicBezTo>
                  <a:cubicBezTo>
                    <a:pt x="10251" y="52"/>
                    <a:pt x="8553" y="1"/>
                    <a:pt x="6854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3"/>
            <p:cNvSpPr/>
            <p:nvPr/>
          </p:nvSpPr>
          <p:spPr>
            <a:xfrm>
              <a:off x="5660050" y="3311150"/>
              <a:ext cx="99250" cy="913175"/>
            </a:xfrm>
            <a:custGeom>
              <a:avLst/>
              <a:gdLst/>
              <a:ahLst/>
              <a:cxnLst/>
              <a:rect l="l" t="t" r="r" b="b"/>
              <a:pathLst>
                <a:path w="3970" h="36527" extrusionOk="0">
                  <a:moveTo>
                    <a:pt x="0" y="0"/>
                  </a:moveTo>
                  <a:lnTo>
                    <a:pt x="0" y="36526"/>
                  </a:lnTo>
                  <a:lnTo>
                    <a:pt x="3970" y="36526"/>
                  </a:lnTo>
                  <a:lnTo>
                    <a:pt x="397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3"/>
            <p:cNvSpPr/>
            <p:nvPr/>
          </p:nvSpPr>
          <p:spPr>
            <a:xfrm>
              <a:off x="5640875" y="3311150"/>
              <a:ext cx="58400" cy="913175"/>
            </a:xfrm>
            <a:custGeom>
              <a:avLst/>
              <a:gdLst/>
              <a:ahLst/>
              <a:cxnLst/>
              <a:rect l="l" t="t" r="r" b="b"/>
              <a:pathLst>
                <a:path w="2336" h="36527" extrusionOk="0">
                  <a:moveTo>
                    <a:pt x="0" y="0"/>
                  </a:moveTo>
                  <a:lnTo>
                    <a:pt x="0" y="36526"/>
                  </a:lnTo>
                  <a:lnTo>
                    <a:pt x="2335" y="36526"/>
                  </a:lnTo>
                  <a:lnTo>
                    <a:pt x="2335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3"/>
            <p:cNvSpPr/>
            <p:nvPr/>
          </p:nvSpPr>
          <p:spPr>
            <a:xfrm>
              <a:off x="5271425" y="3311150"/>
              <a:ext cx="505400" cy="103425"/>
            </a:xfrm>
            <a:custGeom>
              <a:avLst/>
              <a:gdLst/>
              <a:ahLst/>
              <a:cxnLst/>
              <a:rect l="l" t="t" r="r" b="b"/>
              <a:pathLst>
                <a:path w="20216" h="4137" extrusionOk="0">
                  <a:moveTo>
                    <a:pt x="1" y="0"/>
                  </a:moveTo>
                  <a:lnTo>
                    <a:pt x="1" y="4137"/>
                  </a:lnTo>
                  <a:lnTo>
                    <a:pt x="20215" y="4137"/>
                  </a:lnTo>
                  <a:lnTo>
                    <a:pt x="202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3"/>
            <p:cNvSpPr/>
            <p:nvPr/>
          </p:nvSpPr>
          <p:spPr>
            <a:xfrm>
              <a:off x="5237250" y="3311150"/>
              <a:ext cx="99250" cy="913175"/>
            </a:xfrm>
            <a:custGeom>
              <a:avLst/>
              <a:gdLst/>
              <a:ahLst/>
              <a:cxnLst/>
              <a:rect l="l" t="t" r="r" b="b"/>
              <a:pathLst>
                <a:path w="3970" h="36527" extrusionOk="0">
                  <a:moveTo>
                    <a:pt x="0" y="0"/>
                  </a:moveTo>
                  <a:lnTo>
                    <a:pt x="0" y="36526"/>
                  </a:lnTo>
                  <a:lnTo>
                    <a:pt x="3970" y="36526"/>
                  </a:lnTo>
                  <a:lnTo>
                    <a:pt x="397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3"/>
            <p:cNvSpPr/>
            <p:nvPr/>
          </p:nvSpPr>
          <p:spPr>
            <a:xfrm>
              <a:off x="5211400" y="3311150"/>
              <a:ext cx="58400" cy="913175"/>
            </a:xfrm>
            <a:custGeom>
              <a:avLst/>
              <a:gdLst/>
              <a:ahLst/>
              <a:cxnLst/>
              <a:rect l="l" t="t" r="r" b="b"/>
              <a:pathLst>
                <a:path w="2336" h="36527" extrusionOk="0">
                  <a:moveTo>
                    <a:pt x="0" y="0"/>
                  </a:moveTo>
                  <a:lnTo>
                    <a:pt x="0" y="36526"/>
                  </a:lnTo>
                  <a:lnTo>
                    <a:pt x="2335" y="36526"/>
                  </a:lnTo>
                  <a:lnTo>
                    <a:pt x="2335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3"/>
            <p:cNvSpPr/>
            <p:nvPr/>
          </p:nvSpPr>
          <p:spPr>
            <a:xfrm>
              <a:off x="1822300" y="2194525"/>
              <a:ext cx="502900" cy="417800"/>
            </a:xfrm>
            <a:custGeom>
              <a:avLst/>
              <a:gdLst/>
              <a:ahLst/>
              <a:cxnLst/>
              <a:rect l="l" t="t" r="r" b="b"/>
              <a:pathLst>
                <a:path w="20116" h="16712" extrusionOk="0">
                  <a:moveTo>
                    <a:pt x="9007" y="0"/>
                  </a:moveTo>
                  <a:cubicBezTo>
                    <a:pt x="3937" y="434"/>
                    <a:pt x="1" y="4003"/>
                    <a:pt x="1" y="8339"/>
                  </a:cubicBezTo>
                  <a:cubicBezTo>
                    <a:pt x="1" y="12976"/>
                    <a:pt x="4504" y="16712"/>
                    <a:pt x="10075" y="16712"/>
                  </a:cubicBezTo>
                  <a:cubicBezTo>
                    <a:pt x="15612" y="16712"/>
                    <a:pt x="20115" y="12976"/>
                    <a:pt x="20115" y="8339"/>
                  </a:cubicBezTo>
                  <a:cubicBezTo>
                    <a:pt x="20115" y="4136"/>
                    <a:pt x="16446" y="667"/>
                    <a:pt x="11609" y="33"/>
                  </a:cubicBezTo>
                  <a:lnTo>
                    <a:pt x="11609" y="33"/>
                  </a:lnTo>
                  <a:lnTo>
                    <a:pt x="12009" y="5170"/>
                  </a:lnTo>
                  <a:lnTo>
                    <a:pt x="9774" y="8740"/>
                  </a:lnTo>
                  <a:lnTo>
                    <a:pt x="10508" y="11308"/>
                  </a:lnTo>
                  <a:lnTo>
                    <a:pt x="9274" y="12943"/>
                  </a:lnTo>
                  <a:lnTo>
                    <a:pt x="9874" y="11308"/>
                  </a:lnTo>
                  <a:lnTo>
                    <a:pt x="8974" y="8373"/>
                  </a:lnTo>
                  <a:lnTo>
                    <a:pt x="10642" y="5170"/>
                  </a:lnTo>
                  <a:lnTo>
                    <a:pt x="900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3"/>
            <p:cNvSpPr/>
            <p:nvPr/>
          </p:nvSpPr>
          <p:spPr>
            <a:xfrm>
              <a:off x="1869000" y="2497225"/>
              <a:ext cx="176825" cy="157650"/>
            </a:xfrm>
            <a:custGeom>
              <a:avLst/>
              <a:gdLst/>
              <a:ahLst/>
              <a:cxnLst/>
              <a:rect l="l" t="t" r="r" b="b"/>
              <a:pathLst>
                <a:path w="7073" h="6306" extrusionOk="0">
                  <a:moveTo>
                    <a:pt x="2002" y="1"/>
                  </a:moveTo>
                  <a:lnTo>
                    <a:pt x="1" y="6305"/>
                  </a:lnTo>
                  <a:lnTo>
                    <a:pt x="2669" y="6305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3"/>
            <p:cNvSpPr/>
            <p:nvPr/>
          </p:nvSpPr>
          <p:spPr>
            <a:xfrm>
              <a:off x="2089175" y="2497225"/>
              <a:ext cx="175975" cy="157650"/>
            </a:xfrm>
            <a:custGeom>
              <a:avLst/>
              <a:gdLst/>
              <a:ahLst/>
              <a:cxnLst/>
              <a:rect l="l" t="t" r="r" b="b"/>
              <a:pathLst>
                <a:path w="7039" h="6306" extrusionOk="0">
                  <a:moveTo>
                    <a:pt x="0" y="1"/>
                  </a:moveTo>
                  <a:lnTo>
                    <a:pt x="4370" y="6305"/>
                  </a:lnTo>
                  <a:lnTo>
                    <a:pt x="7038" y="6305"/>
                  </a:lnTo>
                  <a:lnTo>
                    <a:pt x="507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3"/>
            <p:cNvSpPr/>
            <p:nvPr/>
          </p:nvSpPr>
          <p:spPr>
            <a:xfrm>
              <a:off x="1883175" y="2166150"/>
              <a:ext cx="99275" cy="129300"/>
            </a:xfrm>
            <a:custGeom>
              <a:avLst/>
              <a:gdLst/>
              <a:ahLst/>
              <a:cxnLst/>
              <a:rect l="l" t="t" r="r" b="b"/>
              <a:pathLst>
                <a:path w="3971" h="5172" extrusionOk="0">
                  <a:moveTo>
                    <a:pt x="968" y="1"/>
                  </a:moveTo>
                  <a:lnTo>
                    <a:pt x="1" y="5171"/>
                  </a:lnTo>
                  <a:lnTo>
                    <a:pt x="3970" y="3036"/>
                  </a:lnTo>
                  <a:lnTo>
                    <a:pt x="9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3"/>
            <p:cNvSpPr/>
            <p:nvPr/>
          </p:nvSpPr>
          <p:spPr>
            <a:xfrm>
              <a:off x="1776450" y="2327950"/>
              <a:ext cx="106750" cy="150125"/>
            </a:xfrm>
            <a:custGeom>
              <a:avLst/>
              <a:gdLst/>
              <a:ahLst/>
              <a:cxnLst/>
              <a:rect l="l" t="t" r="r" b="b"/>
              <a:pathLst>
                <a:path w="4270" h="6005" extrusionOk="0">
                  <a:moveTo>
                    <a:pt x="4270" y="0"/>
                  </a:moveTo>
                  <a:lnTo>
                    <a:pt x="834" y="467"/>
                  </a:lnTo>
                  <a:cubicBezTo>
                    <a:pt x="367" y="534"/>
                    <a:pt x="0" y="934"/>
                    <a:pt x="0" y="1401"/>
                  </a:cubicBezTo>
                  <a:lnTo>
                    <a:pt x="0" y="4603"/>
                  </a:lnTo>
                  <a:cubicBezTo>
                    <a:pt x="0" y="5070"/>
                    <a:pt x="367" y="5471"/>
                    <a:pt x="834" y="5537"/>
                  </a:cubicBezTo>
                  <a:lnTo>
                    <a:pt x="4270" y="6004"/>
                  </a:lnTo>
                  <a:lnTo>
                    <a:pt x="427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3"/>
            <p:cNvSpPr/>
            <p:nvPr/>
          </p:nvSpPr>
          <p:spPr>
            <a:xfrm>
              <a:off x="2311000" y="2382900"/>
              <a:ext cx="88400" cy="45975"/>
            </a:xfrm>
            <a:custGeom>
              <a:avLst/>
              <a:gdLst/>
              <a:ahLst/>
              <a:cxnLst/>
              <a:rect l="l" t="t" r="r" b="b"/>
              <a:pathLst>
                <a:path w="3536" h="1839" extrusionOk="0">
                  <a:moveTo>
                    <a:pt x="2581" y="1"/>
                  </a:moveTo>
                  <a:cubicBezTo>
                    <a:pt x="2148" y="1"/>
                    <a:pt x="1757" y="231"/>
                    <a:pt x="1601" y="638"/>
                  </a:cubicBezTo>
                  <a:cubicBezTo>
                    <a:pt x="1467" y="829"/>
                    <a:pt x="1366" y="987"/>
                    <a:pt x="1135" y="987"/>
                  </a:cubicBezTo>
                  <a:cubicBezTo>
                    <a:pt x="963" y="987"/>
                    <a:pt x="718" y="899"/>
                    <a:pt x="334" y="671"/>
                  </a:cubicBezTo>
                  <a:cubicBezTo>
                    <a:pt x="298" y="647"/>
                    <a:pt x="263" y="636"/>
                    <a:pt x="229" y="636"/>
                  </a:cubicBezTo>
                  <a:cubicBezTo>
                    <a:pt x="167" y="636"/>
                    <a:pt x="110" y="673"/>
                    <a:pt x="67" y="738"/>
                  </a:cubicBezTo>
                  <a:cubicBezTo>
                    <a:pt x="0" y="838"/>
                    <a:pt x="33" y="971"/>
                    <a:pt x="133" y="1038"/>
                  </a:cubicBezTo>
                  <a:cubicBezTo>
                    <a:pt x="574" y="1297"/>
                    <a:pt x="898" y="1400"/>
                    <a:pt x="1150" y="1400"/>
                  </a:cubicBezTo>
                  <a:cubicBezTo>
                    <a:pt x="1547" y="1400"/>
                    <a:pt x="1764" y="1144"/>
                    <a:pt x="1968" y="838"/>
                  </a:cubicBezTo>
                  <a:cubicBezTo>
                    <a:pt x="2123" y="621"/>
                    <a:pt x="2220" y="434"/>
                    <a:pt x="2525" y="434"/>
                  </a:cubicBezTo>
                  <a:cubicBezTo>
                    <a:pt x="2549" y="434"/>
                    <a:pt x="2575" y="435"/>
                    <a:pt x="2602" y="437"/>
                  </a:cubicBezTo>
                  <a:cubicBezTo>
                    <a:pt x="2769" y="437"/>
                    <a:pt x="2935" y="504"/>
                    <a:pt x="3036" y="638"/>
                  </a:cubicBezTo>
                  <a:cubicBezTo>
                    <a:pt x="3136" y="938"/>
                    <a:pt x="3102" y="1271"/>
                    <a:pt x="2969" y="1572"/>
                  </a:cubicBezTo>
                  <a:cubicBezTo>
                    <a:pt x="2935" y="1672"/>
                    <a:pt x="2969" y="1805"/>
                    <a:pt x="3102" y="1838"/>
                  </a:cubicBezTo>
                  <a:lnTo>
                    <a:pt x="3169" y="1838"/>
                  </a:lnTo>
                  <a:cubicBezTo>
                    <a:pt x="3236" y="1838"/>
                    <a:pt x="3302" y="1805"/>
                    <a:pt x="3336" y="1738"/>
                  </a:cubicBezTo>
                  <a:cubicBezTo>
                    <a:pt x="3536" y="1338"/>
                    <a:pt x="3536" y="838"/>
                    <a:pt x="3369" y="437"/>
                  </a:cubicBezTo>
                  <a:cubicBezTo>
                    <a:pt x="3202" y="171"/>
                    <a:pt x="2935" y="37"/>
                    <a:pt x="2669" y="4"/>
                  </a:cubicBezTo>
                  <a:cubicBezTo>
                    <a:pt x="2639" y="2"/>
                    <a:pt x="2610" y="1"/>
                    <a:pt x="2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3"/>
            <p:cNvSpPr/>
            <p:nvPr/>
          </p:nvSpPr>
          <p:spPr>
            <a:xfrm>
              <a:off x="2143375" y="920275"/>
              <a:ext cx="3500850" cy="1058275"/>
            </a:xfrm>
            <a:custGeom>
              <a:avLst/>
              <a:gdLst/>
              <a:ahLst/>
              <a:cxnLst/>
              <a:rect l="l" t="t" r="r" b="b"/>
              <a:pathLst>
                <a:path w="140034" h="42331" extrusionOk="0">
                  <a:moveTo>
                    <a:pt x="0" y="0"/>
                  </a:moveTo>
                  <a:lnTo>
                    <a:pt x="0" y="42331"/>
                  </a:lnTo>
                  <a:lnTo>
                    <a:pt x="140034" y="42331"/>
                  </a:lnTo>
                  <a:lnTo>
                    <a:pt x="1400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3"/>
            <p:cNvSpPr/>
            <p:nvPr/>
          </p:nvSpPr>
          <p:spPr>
            <a:xfrm>
              <a:off x="2047475" y="920275"/>
              <a:ext cx="3574225" cy="1058275"/>
            </a:xfrm>
            <a:custGeom>
              <a:avLst/>
              <a:gdLst/>
              <a:ahLst/>
              <a:cxnLst/>
              <a:rect l="l" t="t" r="r" b="b"/>
              <a:pathLst>
                <a:path w="142969" h="42331" extrusionOk="0">
                  <a:moveTo>
                    <a:pt x="0" y="0"/>
                  </a:moveTo>
                  <a:lnTo>
                    <a:pt x="0" y="42331"/>
                  </a:lnTo>
                  <a:lnTo>
                    <a:pt x="142969" y="42331"/>
                  </a:lnTo>
                  <a:lnTo>
                    <a:pt x="142969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3"/>
            <p:cNvSpPr/>
            <p:nvPr/>
          </p:nvSpPr>
          <p:spPr>
            <a:xfrm>
              <a:off x="2099175" y="1978525"/>
              <a:ext cx="3545050" cy="75925"/>
            </a:xfrm>
            <a:custGeom>
              <a:avLst/>
              <a:gdLst/>
              <a:ahLst/>
              <a:cxnLst/>
              <a:rect l="l" t="t" r="r" b="b"/>
              <a:pathLst>
                <a:path w="141802" h="3037" extrusionOk="0">
                  <a:moveTo>
                    <a:pt x="1768" y="1"/>
                  </a:moveTo>
                  <a:lnTo>
                    <a:pt x="0" y="3036"/>
                  </a:lnTo>
                  <a:lnTo>
                    <a:pt x="141802" y="3036"/>
                  </a:lnTo>
                  <a:lnTo>
                    <a:pt x="1418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3"/>
            <p:cNvSpPr/>
            <p:nvPr/>
          </p:nvSpPr>
          <p:spPr>
            <a:xfrm>
              <a:off x="1948225" y="1978525"/>
              <a:ext cx="3595100" cy="75925"/>
            </a:xfrm>
            <a:custGeom>
              <a:avLst/>
              <a:gdLst/>
              <a:ahLst/>
              <a:cxnLst/>
              <a:rect l="l" t="t" r="r" b="b"/>
              <a:pathLst>
                <a:path w="143804" h="3037" extrusionOk="0">
                  <a:moveTo>
                    <a:pt x="835" y="1"/>
                  </a:moveTo>
                  <a:lnTo>
                    <a:pt x="1" y="3036"/>
                  </a:lnTo>
                  <a:lnTo>
                    <a:pt x="142969" y="3036"/>
                  </a:lnTo>
                  <a:lnTo>
                    <a:pt x="143803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2181725" y="1053700"/>
              <a:ext cx="3306550" cy="791425"/>
            </a:xfrm>
            <a:custGeom>
              <a:avLst/>
              <a:gdLst/>
              <a:ahLst/>
              <a:cxnLst/>
              <a:rect l="l" t="t" r="r" b="b"/>
              <a:pathLst>
                <a:path w="132262" h="31657" extrusionOk="0">
                  <a:moveTo>
                    <a:pt x="1" y="0"/>
                  </a:moveTo>
                  <a:lnTo>
                    <a:pt x="1" y="31656"/>
                  </a:lnTo>
                  <a:lnTo>
                    <a:pt x="132262" y="31656"/>
                  </a:lnTo>
                  <a:lnTo>
                    <a:pt x="1322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3"/>
            <p:cNvSpPr/>
            <p:nvPr/>
          </p:nvSpPr>
          <p:spPr>
            <a:xfrm>
              <a:off x="4135625" y="1054525"/>
              <a:ext cx="874825" cy="790600"/>
            </a:xfrm>
            <a:custGeom>
              <a:avLst/>
              <a:gdLst/>
              <a:ahLst/>
              <a:cxnLst/>
              <a:rect l="l" t="t" r="r" b="b"/>
              <a:pathLst>
                <a:path w="34993" h="31624" extrusionOk="0">
                  <a:moveTo>
                    <a:pt x="0" y="1"/>
                  </a:moveTo>
                  <a:lnTo>
                    <a:pt x="17913" y="31623"/>
                  </a:lnTo>
                  <a:lnTo>
                    <a:pt x="34992" y="31623"/>
                  </a:lnTo>
                  <a:lnTo>
                    <a:pt x="170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3"/>
            <p:cNvSpPr/>
            <p:nvPr/>
          </p:nvSpPr>
          <p:spPr>
            <a:xfrm>
              <a:off x="3877100" y="1054525"/>
              <a:ext cx="614625" cy="790600"/>
            </a:xfrm>
            <a:custGeom>
              <a:avLst/>
              <a:gdLst/>
              <a:ahLst/>
              <a:cxnLst/>
              <a:rect l="l" t="t" r="r" b="b"/>
              <a:pathLst>
                <a:path w="24585" h="31624" extrusionOk="0">
                  <a:moveTo>
                    <a:pt x="1" y="1"/>
                  </a:moveTo>
                  <a:lnTo>
                    <a:pt x="17914" y="31623"/>
                  </a:lnTo>
                  <a:lnTo>
                    <a:pt x="24585" y="31623"/>
                  </a:lnTo>
                  <a:lnTo>
                    <a:pt x="66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3"/>
            <p:cNvSpPr/>
            <p:nvPr/>
          </p:nvSpPr>
          <p:spPr>
            <a:xfrm>
              <a:off x="2181725" y="1054525"/>
              <a:ext cx="16700" cy="790600"/>
            </a:xfrm>
            <a:custGeom>
              <a:avLst/>
              <a:gdLst/>
              <a:ahLst/>
              <a:cxnLst/>
              <a:rect l="l" t="t" r="r" b="b"/>
              <a:pathLst>
                <a:path w="668" h="31624" extrusionOk="0">
                  <a:moveTo>
                    <a:pt x="1" y="1"/>
                  </a:moveTo>
                  <a:lnTo>
                    <a:pt x="1" y="31623"/>
                  </a:lnTo>
                  <a:lnTo>
                    <a:pt x="668" y="31623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3"/>
            <p:cNvSpPr/>
            <p:nvPr/>
          </p:nvSpPr>
          <p:spPr>
            <a:xfrm>
              <a:off x="1774775" y="4458625"/>
              <a:ext cx="4042900" cy="236025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3245825" y="1424800"/>
              <a:ext cx="2361700" cy="1646200"/>
            </a:xfrm>
            <a:custGeom>
              <a:avLst/>
              <a:gdLst/>
              <a:ahLst/>
              <a:cxnLst/>
              <a:rect l="l" t="t" r="r" b="b"/>
              <a:pathLst>
                <a:path w="94468" h="65848" extrusionOk="0">
                  <a:moveTo>
                    <a:pt x="8039" y="0"/>
                  </a:moveTo>
                  <a:cubicBezTo>
                    <a:pt x="6071" y="0"/>
                    <a:pt x="4303" y="1968"/>
                    <a:pt x="4137" y="4370"/>
                  </a:cubicBezTo>
                  <a:lnTo>
                    <a:pt x="167" y="61444"/>
                  </a:lnTo>
                  <a:cubicBezTo>
                    <a:pt x="0" y="63879"/>
                    <a:pt x="1501" y="65847"/>
                    <a:pt x="3470" y="65847"/>
                  </a:cubicBezTo>
                  <a:lnTo>
                    <a:pt x="86462" y="65847"/>
                  </a:lnTo>
                  <a:cubicBezTo>
                    <a:pt x="88430" y="65847"/>
                    <a:pt x="90165" y="63879"/>
                    <a:pt x="90332" y="61444"/>
                  </a:cubicBezTo>
                  <a:lnTo>
                    <a:pt x="94301" y="4370"/>
                  </a:lnTo>
                  <a:cubicBezTo>
                    <a:pt x="94468" y="1968"/>
                    <a:pt x="93000" y="0"/>
                    <a:pt x="90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3"/>
            <p:cNvSpPr/>
            <p:nvPr/>
          </p:nvSpPr>
          <p:spPr>
            <a:xfrm>
              <a:off x="3377575" y="1420625"/>
              <a:ext cx="125950" cy="1652050"/>
            </a:xfrm>
            <a:custGeom>
              <a:avLst/>
              <a:gdLst/>
              <a:ahLst/>
              <a:cxnLst/>
              <a:rect l="l" t="t" r="r" b="b"/>
              <a:pathLst>
                <a:path w="5038" h="66082" extrusionOk="0">
                  <a:moveTo>
                    <a:pt x="4938" y="1"/>
                  </a:moveTo>
                  <a:cubicBezTo>
                    <a:pt x="4896" y="1"/>
                    <a:pt x="4854" y="34"/>
                    <a:pt x="4838" y="101"/>
                  </a:cubicBezTo>
                  <a:lnTo>
                    <a:pt x="1" y="65981"/>
                  </a:lnTo>
                  <a:cubicBezTo>
                    <a:pt x="1" y="66014"/>
                    <a:pt x="34" y="66081"/>
                    <a:pt x="101" y="66081"/>
                  </a:cubicBezTo>
                  <a:cubicBezTo>
                    <a:pt x="168" y="66081"/>
                    <a:pt x="201" y="66014"/>
                    <a:pt x="201" y="65981"/>
                  </a:cubicBezTo>
                  <a:lnTo>
                    <a:pt x="5038" y="101"/>
                  </a:lnTo>
                  <a:cubicBezTo>
                    <a:pt x="5021" y="34"/>
                    <a:pt x="4979" y="1"/>
                    <a:pt x="49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3"/>
            <p:cNvSpPr/>
            <p:nvPr/>
          </p:nvSpPr>
          <p:spPr>
            <a:xfrm>
              <a:off x="3509350" y="1420625"/>
              <a:ext cx="125950" cy="1652050"/>
            </a:xfrm>
            <a:custGeom>
              <a:avLst/>
              <a:gdLst/>
              <a:ahLst/>
              <a:cxnLst/>
              <a:rect l="l" t="t" r="r" b="b"/>
              <a:pathLst>
                <a:path w="5038" h="66082" extrusionOk="0">
                  <a:moveTo>
                    <a:pt x="4925" y="1"/>
                  </a:moveTo>
                  <a:cubicBezTo>
                    <a:pt x="4879" y="1"/>
                    <a:pt x="4837" y="34"/>
                    <a:pt x="4837" y="101"/>
                  </a:cubicBezTo>
                  <a:lnTo>
                    <a:pt x="0" y="65981"/>
                  </a:lnTo>
                  <a:cubicBezTo>
                    <a:pt x="0" y="66014"/>
                    <a:pt x="34" y="66081"/>
                    <a:pt x="100" y="66081"/>
                  </a:cubicBezTo>
                  <a:cubicBezTo>
                    <a:pt x="167" y="66081"/>
                    <a:pt x="200" y="66014"/>
                    <a:pt x="200" y="65981"/>
                  </a:cubicBezTo>
                  <a:lnTo>
                    <a:pt x="5037" y="101"/>
                  </a:lnTo>
                  <a:cubicBezTo>
                    <a:pt x="5021" y="34"/>
                    <a:pt x="4970" y="1"/>
                    <a:pt x="49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3"/>
            <p:cNvSpPr/>
            <p:nvPr/>
          </p:nvSpPr>
          <p:spPr>
            <a:xfrm>
              <a:off x="3641100" y="1420625"/>
              <a:ext cx="125125" cy="1652050"/>
            </a:xfrm>
            <a:custGeom>
              <a:avLst/>
              <a:gdLst/>
              <a:ahLst/>
              <a:cxnLst/>
              <a:rect l="l" t="t" r="r" b="b"/>
              <a:pathLst>
                <a:path w="5005" h="66082" extrusionOk="0">
                  <a:moveTo>
                    <a:pt x="4938" y="1"/>
                  </a:moveTo>
                  <a:cubicBezTo>
                    <a:pt x="4871" y="1"/>
                    <a:pt x="4837" y="34"/>
                    <a:pt x="4804" y="101"/>
                  </a:cubicBezTo>
                  <a:lnTo>
                    <a:pt x="1" y="65981"/>
                  </a:lnTo>
                  <a:cubicBezTo>
                    <a:pt x="1" y="66014"/>
                    <a:pt x="34" y="66081"/>
                    <a:pt x="101" y="66081"/>
                  </a:cubicBezTo>
                  <a:cubicBezTo>
                    <a:pt x="134" y="66081"/>
                    <a:pt x="201" y="66048"/>
                    <a:pt x="201" y="65981"/>
                  </a:cubicBezTo>
                  <a:lnTo>
                    <a:pt x="5004" y="101"/>
                  </a:lnTo>
                  <a:cubicBezTo>
                    <a:pt x="5004" y="34"/>
                    <a:pt x="4971" y="1"/>
                    <a:pt x="49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3"/>
            <p:cNvSpPr/>
            <p:nvPr/>
          </p:nvSpPr>
          <p:spPr>
            <a:xfrm>
              <a:off x="3772025" y="1420625"/>
              <a:ext cx="125950" cy="1652050"/>
            </a:xfrm>
            <a:custGeom>
              <a:avLst/>
              <a:gdLst/>
              <a:ahLst/>
              <a:cxnLst/>
              <a:rect l="l" t="t" r="r" b="b"/>
              <a:pathLst>
                <a:path w="5038" h="66082" extrusionOk="0">
                  <a:moveTo>
                    <a:pt x="4938" y="1"/>
                  </a:moveTo>
                  <a:cubicBezTo>
                    <a:pt x="4904" y="1"/>
                    <a:pt x="4838" y="34"/>
                    <a:pt x="4838" y="101"/>
                  </a:cubicBezTo>
                  <a:lnTo>
                    <a:pt x="34" y="65981"/>
                  </a:lnTo>
                  <a:cubicBezTo>
                    <a:pt x="1" y="66014"/>
                    <a:pt x="67" y="66081"/>
                    <a:pt x="101" y="66081"/>
                  </a:cubicBezTo>
                  <a:cubicBezTo>
                    <a:pt x="168" y="66081"/>
                    <a:pt x="201" y="66048"/>
                    <a:pt x="234" y="65981"/>
                  </a:cubicBezTo>
                  <a:lnTo>
                    <a:pt x="5038" y="101"/>
                  </a:lnTo>
                  <a:cubicBezTo>
                    <a:pt x="5038" y="34"/>
                    <a:pt x="5004" y="1"/>
                    <a:pt x="49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3903800" y="1420625"/>
              <a:ext cx="125950" cy="1652050"/>
            </a:xfrm>
            <a:custGeom>
              <a:avLst/>
              <a:gdLst/>
              <a:ahLst/>
              <a:cxnLst/>
              <a:rect l="l" t="t" r="r" b="b"/>
              <a:pathLst>
                <a:path w="5038" h="66082" extrusionOk="0">
                  <a:moveTo>
                    <a:pt x="4937" y="1"/>
                  </a:moveTo>
                  <a:cubicBezTo>
                    <a:pt x="4870" y="1"/>
                    <a:pt x="4837" y="34"/>
                    <a:pt x="4837" y="101"/>
                  </a:cubicBezTo>
                  <a:lnTo>
                    <a:pt x="0" y="65981"/>
                  </a:lnTo>
                  <a:cubicBezTo>
                    <a:pt x="0" y="66014"/>
                    <a:pt x="34" y="66081"/>
                    <a:pt x="100" y="66081"/>
                  </a:cubicBezTo>
                  <a:cubicBezTo>
                    <a:pt x="167" y="66081"/>
                    <a:pt x="200" y="66048"/>
                    <a:pt x="200" y="65981"/>
                  </a:cubicBezTo>
                  <a:lnTo>
                    <a:pt x="5037" y="101"/>
                  </a:lnTo>
                  <a:cubicBezTo>
                    <a:pt x="5037" y="34"/>
                    <a:pt x="5004" y="1"/>
                    <a:pt x="49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4035550" y="1420625"/>
              <a:ext cx="125950" cy="1652050"/>
            </a:xfrm>
            <a:custGeom>
              <a:avLst/>
              <a:gdLst/>
              <a:ahLst/>
              <a:cxnLst/>
              <a:rect l="l" t="t" r="r" b="b"/>
              <a:pathLst>
                <a:path w="5038" h="66082" extrusionOk="0">
                  <a:moveTo>
                    <a:pt x="4937" y="1"/>
                  </a:moveTo>
                  <a:cubicBezTo>
                    <a:pt x="4871" y="1"/>
                    <a:pt x="4837" y="34"/>
                    <a:pt x="4837" y="101"/>
                  </a:cubicBezTo>
                  <a:lnTo>
                    <a:pt x="1" y="65981"/>
                  </a:lnTo>
                  <a:cubicBezTo>
                    <a:pt x="1" y="66014"/>
                    <a:pt x="34" y="66081"/>
                    <a:pt x="101" y="66081"/>
                  </a:cubicBezTo>
                  <a:cubicBezTo>
                    <a:pt x="134" y="66081"/>
                    <a:pt x="201" y="66048"/>
                    <a:pt x="201" y="65981"/>
                  </a:cubicBezTo>
                  <a:lnTo>
                    <a:pt x="5038" y="101"/>
                  </a:lnTo>
                  <a:cubicBezTo>
                    <a:pt x="5038" y="34"/>
                    <a:pt x="4971" y="1"/>
                    <a:pt x="49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3"/>
            <p:cNvSpPr/>
            <p:nvPr/>
          </p:nvSpPr>
          <p:spPr>
            <a:xfrm>
              <a:off x="4167325" y="1420625"/>
              <a:ext cx="125100" cy="1652050"/>
            </a:xfrm>
            <a:custGeom>
              <a:avLst/>
              <a:gdLst/>
              <a:ahLst/>
              <a:cxnLst/>
              <a:rect l="l" t="t" r="r" b="b"/>
              <a:pathLst>
                <a:path w="5004" h="66082" extrusionOk="0">
                  <a:moveTo>
                    <a:pt x="4937" y="1"/>
                  </a:moveTo>
                  <a:cubicBezTo>
                    <a:pt x="4870" y="1"/>
                    <a:pt x="4837" y="34"/>
                    <a:pt x="4803" y="101"/>
                  </a:cubicBezTo>
                  <a:lnTo>
                    <a:pt x="0" y="65981"/>
                  </a:lnTo>
                  <a:cubicBezTo>
                    <a:pt x="0" y="66014"/>
                    <a:pt x="33" y="66081"/>
                    <a:pt x="100" y="66081"/>
                  </a:cubicBezTo>
                  <a:cubicBezTo>
                    <a:pt x="133" y="66081"/>
                    <a:pt x="167" y="66014"/>
                    <a:pt x="167" y="65981"/>
                  </a:cubicBezTo>
                  <a:lnTo>
                    <a:pt x="5004" y="101"/>
                  </a:lnTo>
                  <a:cubicBezTo>
                    <a:pt x="5004" y="34"/>
                    <a:pt x="4970" y="1"/>
                    <a:pt x="49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3"/>
            <p:cNvSpPr/>
            <p:nvPr/>
          </p:nvSpPr>
          <p:spPr>
            <a:xfrm>
              <a:off x="4298250" y="1420625"/>
              <a:ext cx="125950" cy="1652050"/>
            </a:xfrm>
            <a:custGeom>
              <a:avLst/>
              <a:gdLst/>
              <a:ahLst/>
              <a:cxnLst/>
              <a:rect l="l" t="t" r="r" b="b"/>
              <a:pathLst>
                <a:path w="5038" h="66082" extrusionOk="0">
                  <a:moveTo>
                    <a:pt x="4937" y="1"/>
                  </a:moveTo>
                  <a:cubicBezTo>
                    <a:pt x="4904" y="1"/>
                    <a:pt x="4837" y="34"/>
                    <a:pt x="4837" y="101"/>
                  </a:cubicBezTo>
                  <a:lnTo>
                    <a:pt x="33" y="65981"/>
                  </a:lnTo>
                  <a:cubicBezTo>
                    <a:pt x="0" y="66014"/>
                    <a:pt x="67" y="66081"/>
                    <a:pt x="100" y="66081"/>
                  </a:cubicBezTo>
                  <a:cubicBezTo>
                    <a:pt x="167" y="66081"/>
                    <a:pt x="200" y="66048"/>
                    <a:pt x="200" y="65981"/>
                  </a:cubicBezTo>
                  <a:lnTo>
                    <a:pt x="5037" y="101"/>
                  </a:lnTo>
                  <a:cubicBezTo>
                    <a:pt x="5037" y="34"/>
                    <a:pt x="5004" y="1"/>
                    <a:pt x="49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3"/>
            <p:cNvSpPr/>
            <p:nvPr/>
          </p:nvSpPr>
          <p:spPr>
            <a:xfrm>
              <a:off x="4430000" y="1420625"/>
              <a:ext cx="125125" cy="1652050"/>
            </a:xfrm>
            <a:custGeom>
              <a:avLst/>
              <a:gdLst/>
              <a:ahLst/>
              <a:cxnLst/>
              <a:rect l="l" t="t" r="r" b="b"/>
              <a:pathLst>
                <a:path w="5005" h="66082" extrusionOk="0">
                  <a:moveTo>
                    <a:pt x="4937" y="1"/>
                  </a:moveTo>
                  <a:cubicBezTo>
                    <a:pt x="4871" y="1"/>
                    <a:pt x="4837" y="34"/>
                    <a:pt x="4804" y="101"/>
                  </a:cubicBezTo>
                  <a:lnTo>
                    <a:pt x="1" y="65981"/>
                  </a:lnTo>
                  <a:cubicBezTo>
                    <a:pt x="1" y="66014"/>
                    <a:pt x="34" y="66081"/>
                    <a:pt x="101" y="66081"/>
                  </a:cubicBezTo>
                  <a:cubicBezTo>
                    <a:pt x="134" y="66081"/>
                    <a:pt x="201" y="66048"/>
                    <a:pt x="201" y="65981"/>
                  </a:cubicBezTo>
                  <a:lnTo>
                    <a:pt x="5004" y="101"/>
                  </a:lnTo>
                  <a:cubicBezTo>
                    <a:pt x="5004" y="34"/>
                    <a:pt x="4971" y="1"/>
                    <a:pt x="49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3"/>
            <p:cNvSpPr/>
            <p:nvPr/>
          </p:nvSpPr>
          <p:spPr>
            <a:xfrm>
              <a:off x="4561750" y="1420625"/>
              <a:ext cx="125950" cy="1652050"/>
            </a:xfrm>
            <a:custGeom>
              <a:avLst/>
              <a:gdLst/>
              <a:ahLst/>
              <a:cxnLst/>
              <a:rect l="l" t="t" r="r" b="b"/>
              <a:pathLst>
                <a:path w="5038" h="66082" extrusionOk="0">
                  <a:moveTo>
                    <a:pt x="4938" y="1"/>
                  </a:moveTo>
                  <a:cubicBezTo>
                    <a:pt x="4871" y="1"/>
                    <a:pt x="4838" y="34"/>
                    <a:pt x="4804" y="101"/>
                  </a:cubicBezTo>
                  <a:lnTo>
                    <a:pt x="1" y="65981"/>
                  </a:lnTo>
                  <a:cubicBezTo>
                    <a:pt x="1" y="66014"/>
                    <a:pt x="34" y="66081"/>
                    <a:pt x="101" y="66081"/>
                  </a:cubicBezTo>
                  <a:cubicBezTo>
                    <a:pt x="134" y="66081"/>
                    <a:pt x="201" y="66048"/>
                    <a:pt x="201" y="65981"/>
                  </a:cubicBezTo>
                  <a:lnTo>
                    <a:pt x="5005" y="101"/>
                  </a:lnTo>
                  <a:cubicBezTo>
                    <a:pt x="5038" y="34"/>
                    <a:pt x="4971" y="1"/>
                    <a:pt x="49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4692700" y="1420625"/>
              <a:ext cx="125925" cy="1652050"/>
            </a:xfrm>
            <a:custGeom>
              <a:avLst/>
              <a:gdLst/>
              <a:ahLst/>
              <a:cxnLst/>
              <a:rect l="l" t="t" r="r" b="b"/>
              <a:pathLst>
                <a:path w="5037" h="66082" extrusionOk="0">
                  <a:moveTo>
                    <a:pt x="4937" y="1"/>
                  </a:moveTo>
                  <a:cubicBezTo>
                    <a:pt x="4904" y="1"/>
                    <a:pt x="4837" y="34"/>
                    <a:pt x="4837" y="101"/>
                  </a:cubicBezTo>
                  <a:lnTo>
                    <a:pt x="33" y="65981"/>
                  </a:lnTo>
                  <a:cubicBezTo>
                    <a:pt x="0" y="66014"/>
                    <a:pt x="67" y="66081"/>
                    <a:pt x="100" y="66081"/>
                  </a:cubicBezTo>
                  <a:cubicBezTo>
                    <a:pt x="167" y="66081"/>
                    <a:pt x="200" y="66048"/>
                    <a:pt x="234" y="65981"/>
                  </a:cubicBezTo>
                  <a:lnTo>
                    <a:pt x="5037" y="101"/>
                  </a:lnTo>
                  <a:cubicBezTo>
                    <a:pt x="5037" y="34"/>
                    <a:pt x="5004" y="1"/>
                    <a:pt x="49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4824450" y="1420625"/>
              <a:ext cx="125950" cy="1652050"/>
            </a:xfrm>
            <a:custGeom>
              <a:avLst/>
              <a:gdLst/>
              <a:ahLst/>
              <a:cxnLst/>
              <a:rect l="l" t="t" r="r" b="b"/>
              <a:pathLst>
                <a:path w="5038" h="66082" extrusionOk="0">
                  <a:moveTo>
                    <a:pt x="4937" y="1"/>
                  </a:moveTo>
                  <a:cubicBezTo>
                    <a:pt x="4904" y="1"/>
                    <a:pt x="4837" y="34"/>
                    <a:pt x="4837" y="101"/>
                  </a:cubicBezTo>
                  <a:lnTo>
                    <a:pt x="0" y="65981"/>
                  </a:lnTo>
                  <a:cubicBezTo>
                    <a:pt x="0" y="66014"/>
                    <a:pt x="34" y="66081"/>
                    <a:pt x="101" y="66081"/>
                  </a:cubicBezTo>
                  <a:cubicBezTo>
                    <a:pt x="167" y="66081"/>
                    <a:pt x="201" y="66048"/>
                    <a:pt x="201" y="65981"/>
                  </a:cubicBezTo>
                  <a:lnTo>
                    <a:pt x="5037" y="101"/>
                  </a:lnTo>
                  <a:cubicBezTo>
                    <a:pt x="5037" y="34"/>
                    <a:pt x="5004" y="1"/>
                    <a:pt x="49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4956200" y="1420625"/>
              <a:ext cx="125950" cy="1652050"/>
            </a:xfrm>
            <a:custGeom>
              <a:avLst/>
              <a:gdLst/>
              <a:ahLst/>
              <a:cxnLst/>
              <a:rect l="l" t="t" r="r" b="b"/>
              <a:pathLst>
                <a:path w="5038" h="66082" extrusionOk="0">
                  <a:moveTo>
                    <a:pt x="4925" y="1"/>
                  </a:moveTo>
                  <a:cubicBezTo>
                    <a:pt x="4871" y="1"/>
                    <a:pt x="4821" y="34"/>
                    <a:pt x="4838" y="101"/>
                  </a:cubicBezTo>
                  <a:lnTo>
                    <a:pt x="1" y="65981"/>
                  </a:lnTo>
                  <a:cubicBezTo>
                    <a:pt x="1" y="66014"/>
                    <a:pt x="34" y="66081"/>
                    <a:pt x="101" y="66081"/>
                  </a:cubicBezTo>
                  <a:cubicBezTo>
                    <a:pt x="168" y="66081"/>
                    <a:pt x="201" y="66014"/>
                    <a:pt x="201" y="65981"/>
                  </a:cubicBezTo>
                  <a:lnTo>
                    <a:pt x="5038" y="101"/>
                  </a:lnTo>
                  <a:cubicBezTo>
                    <a:pt x="5038" y="34"/>
                    <a:pt x="4979" y="1"/>
                    <a:pt x="49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3"/>
            <p:cNvSpPr/>
            <p:nvPr/>
          </p:nvSpPr>
          <p:spPr>
            <a:xfrm>
              <a:off x="5087975" y="1420625"/>
              <a:ext cx="125950" cy="1652050"/>
            </a:xfrm>
            <a:custGeom>
              <a:avLst/>
              <a:gdLst/>
              <a:ahLst/>
              <a:cxnLst/>
              <a:rect l="l" t="t" r="r" b="b"/>
              <a:pathLst>
                <a:path w="5038" h="66082" extrusionOk="0">
                  <a:moveTo>
                    <a:pt x="4925" y="1"/>
                  </a:moveTo>
                  <a:cubicBezTo>
                    <a:pt x="4870" y="1"/>
                    <a:pt x="4820" y="34"/>
                    <a:pt x="4837" y="101"/>
                  </a:cubicBezTo>
                  <a:lnTo>
                    <a:pt x="0" y="65981"/>
                  </a:lnTo>
                  <a:cubicBezTo>
                    <a:pt x="0" y="66014"/>
                    <a:pt x="34" y="66081"/>
                    <a:pt x="100" y="66081"/>
                  </a:cubicBezTo>
                  <a:cubicBezTo>
                    <a:pt x="134" y="66081"/>
                    <a:pt x="200" y="66014"/>
                    <a:pt x="200" y="65981"/>
                  </a:cubicBezTo>
                  <a:lnTo>
                    <a:pt x="5037" y="101"/>
                  </a:lnTo>
                  <a:cubicBezTo>
                    <a:pt x="5037" y="34"/>
                    <a:pt x="4979" y="1"/>
                    <a:pt x="49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3"/>
            <p:cNvSpPr/>
            <p:nvPr/>
          </p:nvSpPr>
          <p:spPr>
            <a:xfrm>
              <a:off x="5218900" y="1420625"/>
              <a:ext cx="126375" cy="1652050"/>
            </a:xfrm>
            <a:custGeom>
              <a:avLst/>
              <a:gdLst/>
              <a:ahLst/>
              <a:cxnLst/>
              <a:rect l="l" t="t" r="r" b="b"/>
              <a:pathLst>
                <a:path w="5055" h="66082" extrusionOk="0">
                  <a:moveTo>
                    <a:pt x="4950" y="1"/>
                  </a:moveTo>
                  <a:cubicBezTo>
                    <a:pt x="4896" y="1"/>
                    <a:pt x="4837" y="34"/>
                    <a:pt x="4837" y="101"/>
                  </a:cubicBezTo>
                  <a:lnTo>
                    <a:pt x="34" y="65981"/>
                  </a:lnTo>
                  <a:cubicBezTo>
                    <a:pt x="0" y="66014"/>
                    <a:pt x="67" y="66081"/>
                    <a:pt x="100" y="66081"/>
                  </a:cubicBezTo>
                  <a:cubicBezTo>
                    <a:pt x="167" y="66081"/>
                    <a:pt x="201" y="66048"/>
                    <a:pt x="234" y="65981"/>
                  </a:cubicBezTo>
                  <a:lnTo>
                    <a:pt x="5037" y="101"/>
                  </a:lnTo>
                  <a:cubicBezTo>
                    <a:pt x="5054" y="34"/>
                    <a:pt x="5004" y="1"/>
                    <a:pt x="49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5350650" y="1420625"/>
              <a:ext cx="126375" cy="1652050"/>
            </a:xfrm>
            <a:custGeom>
              <a:avLst/>
              <a:gdLst/>
              <a:ahLst/>
              <a:cxnLst/>
              <a:rect l="l" t="t" r="r" b="b"/>
              <a:pathLst>
                <a:path w="5055" h="66082" extrusionOk="0">
                  <a:moveTo>
                    <a:pt x="4938" y="1"/>
                  </a:moveTo>
                  <a:cubicBezTo>
                    <a:pt x="4879" y="1"/>
                    <a:pt x="4821" y="34"/>
                    <a:pt x="4838" y="101"/>
                  </a:cubicBezTo>
                  <a:lnTo>
                    <a:pt x="1" y="65981"/>
                  </a:lnTo>
                  <a:cubicBezTo>
                    <a:pt x="1" y="66014"/>
                    <a:pt x="34" y="66081"/>
                    <a:pt x="101" y="66081"/>
                  </a:cubicBezTo>
                  <a:cubicBezTo>
                    <a:pt x="168" y="66081"/>
                    <a:pt x="201" y="66014"/>
                    <a:pt x="201" y="65981"/>
                  </a:cubicBezTo>
                  <a:lnTo>
                    <a:pt x="5038" y="101"/>
                  </a:lnTo>
                  <a:cubicBezTo>
                    <a:pt x="5054" y="34"/>
                    <a:pt x="4996" y="1"/>
                    <a:pt x="49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3239975" y="1419800"/>
              <a:ext cx="2387575" cy="1655375"/>
            </a:xfrm>
            <a:custGeom>
              <a:avLst/>
              <a:gdLst/>
              <a:ahLst/>
              <a:cxnLst/>
              <a:rect l="l" t="t" r="r" b="b"/>
              <a:pathLst>
                <a:path w="95503" h="66215" extrusionOk="0">
                  <a:moveTo>
                    <a:pt x="91233" y="367"/>
                  </a:moveTo>
                  <a:cubicBezTo>
                    <a:pt x="93134" y="367"/>
                    <a:pt x="94535" y="2268"/>
                    <a:pt x="94402" y="4570"/>
                  </a:cubicBezTo>
                  <a:lnTo>
                    <a:pt x="90465" y="61644"/>
                  </a:lnTo>
                  <a:cubicBezTo>
                    <a:pt x="90265" y="63946"/>
                    <a:pt x="88597" y="65814"/>
                    <a:pt x="86696" y="65814"/>
                  </a:cubicBezTo>
                  <a:lnTo>
                    <a:pt x="3737" y="65814"/>
                  </a:lnTo>
                  <a:cubicBezTo>
                    <a:pt x="1836" y="65814"/>
                    <a:pt x="401" y="63979"/>
                    <a:pt x="568" y="61644"/>
                  </a:cubicBezTo>
                  <a:lnTo>
                    <a:pt x="4504" y="4570"/>
                  </a:lnTo>
                  <a:cubicBezTo>
                    <a:pt x="4704" y="2268"/>
                    <a:pt x="6372" y="367"/>
                    <a:pt x="8273" y="367"/>
                  </a:cubicBezTo>
                  <a:close/>
                  <a:moveTo>
                    <a:pt x="8173" y="0"/>
                  </a:moveTo>
                  <a:cubicBezTo>
                    <a:pt x="6105" y="0"/>
                    <a:pt x="4304" y="2068"/>
                    <a:pt x="4137" y="4570"/>
                  </a:cubicBezTo>
                  <a:lnTo>
                    <a:pt x="168" y="61644"/>
                  </a:lnTo>
                  <a:cubicBezTo>
                    <a:pt x="1" y="64179"/>
                    <a:pt x="1535" y="66214"/>
                    <a:pt x="3603" y="66214"/>
                  </a:cubicBezTo>
                  <a:lnTo>
                    <a:pt x="87297" y="66214"/>
                  </a:lnTo>
                  <a:cubicBezTo>
                    <a:pt x="89398" y="66214"/>
                    <a:pt x="91199" y="64179"/>
                    <a:pt x="91366" y="61644"/>
                  </a:cubicBezTo>
                  <a:lnTo>
                    <a:pt x="95302" y="4570"/>
                  </a:lnTo>
                  <a:cubicBezTo>
                    <a:pt x="95502" y="2068"/>
                    <a:pt x="93968" y="0"/>
                    <a:pt x="91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3"/>
            <p:cNvSpPr/>
            <p:nvPr/>
          </p:nvSpPr>
          <p:spPr>
            <a:xfrm>
              <a:off x="3335050" y="1487350"/>
              <a:ext cx="1736275" cy="1147500"/>
            </a:xfrm>
            <a:custGeom>
              <a:avLst/>
              <a:gdLst/>
              <a:ahLst/>
              <a:cxnLst/>
              <a:rect l="l" t="t" r="r" b="b"/>
              <a:pathLst>
                <a:path w="69451" h="45900" extrusionOk="0">
                  <a:moveTo>
                    <a:pt x="1068" y="0"/>
                  </a:moveTo>
                  <a:lnTo>
                    <a:pt x="601" y="1434"/>
                  </a:lnTo>
                  <a:lnTo>
                    <a:pt x="1" y="10107"/>
                  </a:lnTo>
                  <a:lnTo>
                    <a:pt x="26119" y="44799"/>
                  </a:lnTo>
                  <a:cubicBezTo>
                    <a:pt x="26586" y="45466"/>
                    <a:pt x="27387" y="45866"/>
                    <a:pt x="28187" y="45900"/>
                  </a:cubicBezTo>
                  <a:cubicBezTo>
                    <a:pt x="29055" y="45866"/>
                    <a:pt x="29889" y="45466"/>
                    <a:pt x="30456" y="44799"/>
                  </a:cubicBezTo>
                  <a:lnTo>
                    <a:pt x="49036" y="23951"/>
                  </a:lnTo>
                  <a:lnTo>
                    <a:pt x="64747" y="44799"/>
                  </a:lnTo>
                  <a:lnTo>
                    <a:pt x="69450" y="39562"/>
                  </a:lnTo>
                  <a:lnTo>
                    <a:pt x="51771" y="16045"/>
                  </a:lnTo>
                  <a:cubicBezTo>
                    <a:pt x="51271" y="15378"/>
                    <a:pt x="50503" y="14977"/>
                    <a:pt x="49669" y="14944"/>
                  </a:cubicBezTo>
                  <a:cubicBezTo>
                    <a:pt x="48802" y="14977"/>
                    <a:pt x="48002" y="15378"/>
                    <a:pt x="47434" y="16045"/>
                  </a:cubicBezTo>
                  <a:lnTo>
                    <a:pt x="28821" y="36893"/>
                  </a:lnTo>
                  <a:lnTo>
                    <a:pt x="10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3"/>
            <p:cNvSpPr/>
            <p:nvPr/>
          </p:nvSpPr>
          <p:spPr>
            <a:xfrm>
              <a:off x="4793600" y="2287075"/>
              <a:ext cx="432000" cy="537925"/>
            </a:xfrm>
            <a:custGeom>
              <a:avLst/>
              <a:gdLst/>
              <a:ahLst/>
              <a:cxnLst/>
              <a:rect l="l" t="t" r="r" b="b"/>
              <a:pathLst>
                <a:path w="17280" h="21517" extrusionOk="0">
                  <a:moveTo>
                    <a:pt x="14044" y="1"/>
                  </a:moveTo>
                  <a:lnTo>
                    <a:pt x="0" y="15745"/>
                  </a:lnTo>
                  <a:lnTo>
                    <a:pt x="17279" y="21516"/>
                  </a:lnTo>
                  <a:lnTo>
                    <a:pt x="140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3"/>
            <p:cNvSpPr/>
            <p:nvPr/>
          </p:nvSpPr>
          <p:spPr>
            <a:xfrm>
              <a:off x="2259275" y="1683325"/>
              <a:ext cx="260225" cy="630475"/>
            </a:xfrm>
            <a:custGeom>
              <a:avLst/>
              <a:gdLst/>
              <a:ahLst/>
              <a:cxnLst/>
              <a:rect l="l" t="t" r="r" b="b"/>
              <a:pathLst>
                <a:path w="10409" h="25219" extrusionOk="0">
                  <a:moveTo>
                    <a:pt x="5905" y="0"/>
                  </a:moveTo>
                  <a:cubicBezTo>
                    <a:pt x="4871" y="1868"/>
                    <a:pt x="3937" y="3769"/>
                    <a:pt x="3003" y="5704"/>
                  </a:cubicBezTo>
                  <a:cubicBezTo>
                    <a:pt x="2569" y="6705"/>
                    <a:pt x="2136" y="7672"/>
                    <a:pt x="1702" y="8673"/>
                  </a:cubicBezTo>
                  <a:cubicBezTo>
                    <a:pt x="1302" y="9674"/>
                    <a:pt x="868" y="10674"/>
                    <a:pt x="501" y="11809"/>
                  </a:cubicBezTo>
                  <a:cubicBezTo>
                    <a:pt x="435" y="12075"/>
                    <a:pt x="334" y="12376"/>
                    <a:pt x="234" y="12676"/>
                  </a:cubicBezTo>
                  <a:cubicBezTo>
                    <a:pt x="134" y="13109"/>
                    <a:pt x="68" y="13510"/>
                    <a:pt x="34" y="13943"/>
                  </a:cubicBezTo>
                  <a:cubicBezTo>
                    <a:pt x="1" y="14177"/>
                    <a:pt x="1" y="14410"/>
                    <a:pt x="34" y="14644"/>
                  </a:cubicBezTo>
                  <a:lnTo>
                    <a:pt x="101" y="15144"/>
                  </a:lnTo>
                  <a:cubicBezTo>
                    <a:pt x="134" y="15444"/>
                    <a:pt x="201" y="15745"/>
                    <a:pt x="268" y="16045"/>
                  </a:cubicBezTo>
                  <a:cubicBezTo>
                    <a:pt x="501" y="17179"/>
                    <a:pt x="835" y="18246"/>
                    <a:pt x="1268" y="19347"/>
                  </a:cubicBezTo>
                  <a:cubicBezTo>
                    <a:pt x="2036" y="21382"/>
                    <a:pt x="3003" y="23350"/>
                    <a:pt x="4104" y="25218"/>
                  </a:cubicBezTo>
                  <a:lnTo>
                    <a:pt x="6439" y="24251"/>
                  </a:lnTo>
                  <a:cubicBezTo>
                    <a:pt x="5972" y="22249"/>
                    <a:pt x="5471" y="20215"/>
                    <a:pt x="5105" y="18213"/>
                  </a:cubicBezTo>
                  <a:cubicBezTo>
                    <a:pt x="4904" y="17279"/>
                    <a:pt x="4738" y="16312"/>
                    <a:pt x="4671" y="15344"/>
                  </a:cubicBezTo>
                  <a:lnTo>
                    <a:pt x="4604" y="14711"/>
                  </a:lnTo>
                  <a:lnTo>
                    <a:pt x="4604" y="14410"/>
                  </a:lnTo>
                  <a:lnTo>
                    <a:pt x="4604" y="14310"/>
                  </a:lnTo>
                  <a:cubicBezTo>
                    <a:pt x="4604" y="14329"/>
                    <a:pt x="4606" y="14337"/>
                    <a:pt x="4610" y="14337"/>
                  </a:cubicBezTo>
                  <a:cubicBezTo>
                    <a:pt x="4629" y="14337"/>
                    <a:pt x="4683" y="14173"/>
                    <a:pt x="4738" y="14010"/>
                  </a:cubicBezTo>
                  <a:cubicBezTo>
                    <a:pt x="4804" y="13843"/>
                    <a:pt x="4871" y="13643"/>
                    <a:pt x="4971" y="13410"/>
                  </a:cubicBezTo>
                  <a:cubicBezTo>
                    <a:pt x="5338" y="12542"/>
                    <a:pt x="5772" y="11642"/>
                    <a:pt x="6205" y="10708"/>
                  </a:cubicBezTo>
                  <a:cubicBezTo>
                    <a:pt x="6672" y="9774"/>
                    <a:pt x="7139" y="8840"/>
                    <a:pt x="7606" y="7939"/>
                  </a:cubicBezTo>
                  <a:lnTo>
                    <a:pt x="10408" y="2368"/>
                  </a:lnTo>
                  <a:lnTo>
                    <a:pt x="5905" y="0"/>
                  </a:lnTo>
                  <a:close/>
                </a:path>
              </a:pathLst>
            </a:custGeom>
            <a:solidFill>
              <a:srgbClr val="B6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3"/>
            <p:cNvSpPr/>
            <p:nvPr/>
          </p:nvSpPr>
          <p:spPr>
            <a:xfrm>
              <a:off x="2329325" y="2269575"/>
              <a:ext cx="115125" cy="83400"/>
            </a:xfrm>
            <a:custGeom>
              <a:avLst/>
              <a:gdLst/>
              <a:ahLst/>
              <a:cxnLst/>
              <a:rect l="l" t="t" r="r" b="b"/>
              <a:pathLst>
                <a:path w="4605" h="3336" extrusionOk="0">
                  <a:moveTo>
                    <a:pt x="1102" y="0"/>
                  </a:moveTo>
                  <a:cubicBezTo>
                    <a:pt x="1" y="1234"/>
                    <a:pt x="735" y="3336"/>
                    <a:pt x="735" y="3336"/>
                  </a:cubicBezTo>
                  <a:lnTo>
                    <a:pt x="4604" y="2969"/>
                  </a:lnTo>
                  <a:lnTo>
                    <a:pt x="3503" y="367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3"/>
            <p:cNvSpPr/>
            <p:nvPr/>
          </p:nvSpPr>
          <p:spPr>
            <a:xfrm>
              <a:off x="2347675" y="2343775"/>
              <a:ext cx="107600" cy="71775"/>
            </a:xfrm>
            <a:custGeom>
              <a:avLst/>
              <a:gdLst/>
              <a:ahLst/>
              <a:cxnLst/>
              <a:rect l="l" t="t" r="r" b="b"/>
              <a:pathLst>
                <a:path w="4304" h="2871" extrusionOk="0">
                  <a:moveTo>
                    <a:pt x="3870" y="1"/>
                  </a:moveTo>
                  <a:lnTo>
                    <a:pt x="1" y="368"/>
                  </a:lnTo>
                  <a:lnTo>
                    <a:pt x="935" y="2269"/>
                  </a:lnTo>
                  <a:cubicBezTo>
                    <a:pt x="1100" y="2627"/>
                    <a:pt x="1469" y="2871"/>
                    <a:pt x="1874" y="2871"/>
                  </a:cubicBezTo>
                  <a:cubicBezTo>
                    <a:pt x="1960" y="2871"/>
                    <a:pt x="2048" y="2860"/>
                    <a:pt x="2136" y="2836"/>
                  </a:cubicBezTo>
                  <a:lnTo>
                    <a:pt x="3403" y="2503"/>
                  </a:lnTo>
                  <a:cubicBezTo>
                    <a:pt x="3970" y="2369"/>
                    <a:pt x="4304" y="1769"/>
                    <a:pt x="4170" y="1202"/>
                  </a:cubicBezTo>
                  <a:lnTo>
                    <a:pt x="3870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3"/>
            <p:cNvSpPr/>
            <p:nvPr/>
          </p:nvSpPr>
          <p:spPr>
            <a:xfrm>
              <a:off x="2856375" y="1357150"/>
              <a:ext cx="19200" cy="24400"/>
            </a:xfrm>
            <a:custGeom>
              <a:avLst/>
              <a:gdLst/>
              <a:ahLst/>
              <a:cxnLst/>
              <a:rect l="l" t="t" r="r" b="b"/>
              <a:pathLst>
                <a:path w="768" h="976" extrusionOk="0">
                  <a:moveTo>
                    <a:pt x="458" y="0"/>
                  </a:moveTo>
                  <a:cubicBezTo>
                    <a:pt x="306" y="0"/>
                    <a:pt x="159" y="161"/>
                    <a:pt x="67" y="405"/>
                  </a:cubicBezTo>
                  <a:cubicBezTo>
                    <a:pt x="1" y="672"/>
                    <a:pt x="67" y="905"/>
                    <a:pt x="234" y="972"/>
                  </a:cubicBezTo>
                  <a:cubicBezTo>
                    <a:pt x="248" y="975"/>
                    <a:pt x="263" y="976"/>
                    <a:pt x="277" y="976"/>
                  </a:cubicBezTo>
                  <a:cubicBezTo>
                    <a:pt x="434" y="976"/>
                    <a:pt x="607" y="816"/>
                    <a:pt x="668" y="571"/>
                  </a:cubicBezTo>
                  <a:cubicBezTo>
                    <a:pt x="768" y="305"/>
                    <a:pt x="668" y="71"/>
                    <a:pt x="501" y="4"/>
                  </a:cubicBezTo>
                  <a:cubicBezTo>
                    <a:pt x="487" y="2"/>
                    <a:pt x="473" y="0"/>
                    <a:pt x="4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3"/>
            <p:cNvSpPr/>
            <p:nvPr/>
          </p:nvSpPr>
          <p:spPr>
            <a:xfrm>
              <a:off x="2840525" y="1379775"/>
              <a:ext cx="32550" cy="67375"/>
            </a:xfrm>
            <a:custGeom>
              <a:avLst/>
              <a:gdLst/>
              <a:ahLst/>
              <a:cxnLst/>
              <a:rect l="l" t="t" r="r" b="b"/>
              <a:pathLst>
                <a:path w="1302" h="2695" extrusionOk="0">
                  <a:moveTo>
                    <a:pt x="701" y="0"/>
                  </a:moveTo>
                  <a:lnTo>
                    <a:pt x="1" y="2468"/>
                  </a:lnTo>
                  <a:cubicBezTo>
                    <a:pt x="229" y="2614"/>
                    <a:pt x="509" y="2695"/>
                    <a:pt x="793" y="2695"/>
                  </a:cubicBezTo>
                  <a:cubicBezTo>
                    <a:pt x="965" y="2695"/>
                    <a:pt x="1138" y="2665"/>
                    <a:pt x="1302" y="2602"/>
                  </a:cubicBezTo>
                  <a:cubicBezTo>
                    <a:pt x="968" y="1768"/>
                    <a:pt x="768" y="901"/>
                    <a:pt x="701" y="0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3"/>
            <p:cNvSpPr/>
            <p:nvPr/>
          </p:nvSpPr>
          <p:spPr>
            <a:xfrm>
              <a:off x="2853825" y="1312000"/>
              <a:ext cx="38425" cy="23600"/>
            </a:xfrm>
            <a:custGeom>
              <a:avLst/>
              <a:gdLst/>
              <a:ahLst/>
              <a:cxnLst/>
              <a:rect l="l" t="t" r="r" b="b"/>
              <a:pathLst>
                <a:path w="1537" h="944" extrusionOk="0">
                  <a:moveTo>
                    <a:pt x="208" y="0"/>
                  </a:moveTo>
                  <a:cubicBezTo>
                    <a:pt x="104" y="0"/>
                    <a:pt x="1" y="106"/>
                    <a:pt x="69" y="243"/>
                  </a:cubicBezTo>
                  <a:cubicBezTo>
                    <a:pt x="336" y="676"/>
                    <a:pt x="803" y="943"/>
                    <a:pt x="1303" y="943"/>
                  </a:cubicBezTo>
                  <a:cubicBezTo>
                    <a:pt x="1470" y="943"/>
                    <a:pt x="1537" y="810"/>
                    <a:pt x="1437" y="676"/>
                  </a:cubicBezTo>
                  <a:cubicBezTo>
                    <a:pt x="1437" y="643"/>
                    <a:pt x="1370" y="643"/>
                    <a:pt x="1337" y="643"/>
                  </a:cubicBezTo>
                  <a:cubicBezTo>
                    <a:pt x="937" y="610"/>
                    <a:pt x="570" y="409"/>
                    <a:pt x="336" y="76"/>
                  </a:cubicBezTo>
                  <a:cubicBezTo>
                    <a:pt x="304" y="23"/>
                    <a:pt x="256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3"/>
            <p:cNvSpPr/>
            <p:nvPr/>
          </p:nvSpPr>
          <p:spPr>
            <a:xfrm>
              <a:off x="2605375" y="1423500"/>
              <a:ext cx="258525" cy="236500"/>
            </a:xfrm>
            <a:custGeom>
              <a:avLst/>
              <a:gdLst/>
              <a:ahLst/>
              <a:cxnLst/>
              <a:rect l="l" t="t" r="r" b="b"/>
              <a:pathLst>
                <a:path w="10341" h="9460" extrusionOk="0">
                  <a:moveTo>
                    <a:pt x="1723" y="0"/>
                  </a:moveTo>
                  <a:cubicBezTo>
                    <a:pt x="1362" y="0"/>
                    <a:pt x="1049" y="330"/>
                    <a:pt x="1101" y="719"/>
                  </a:cubicBezTo>
                  <a:cubicBezTo>
                    <a:pt x="1434" y="2988"/>
                    <a:pt x="1434" y="5590"/>
                    <a:pt x="0" y="6957"/>
                  </a:cubicBezTo>
                  <a:cubicBezTo>
                    <a:pt x="0" y="6957"/>
                    <a:pt x="701" y="9459"/>
                    <a:pt x="5304" y="9459"/>
                  </a:cubicBezTo>
                  <a:cubicBezTo>
                    <a:pt x="10341" y="9459"/>
                    <a:pt x="7706" y="7257"/>
                    <a:pt x="7706" y="7257"/>
                  </a:cubicBezTo>
                  <a:cubicBezTo>
                    <a:pt x="5604" y="6590"/>
                    <a:pt x="5571" y="4222"/>
                    <a:pt x="6038" y="2287"/>
                  </a:cubicBezTo>
                  <a:lnTo>
                    <a:pt x="2035" y="86"/>
                  </a:lnTo>
                  <a:cubicBezTo>
                    <a:pt x="1932" y="27"/>
                    <a:pt x="1825" y="0"/>
                    <a:pt x="172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3"/>
            <p:cNvSpPr/>
            <p:nvPr/>
          </p:nvSpPr>
          <p:spPr>
            <a:xfrm>
              <a:off x="2550325" y="1567800"/>
              <a:ext cx="291075" cy="70500"/>
            </a:xfrm>
            <a:custGeom>
              <a:avLst/>
              <a:gdLst/>
              <a:ahLst/>
              <a:cxnLst/>
              <a:rect l="l" t="t" r="r" b="b"/>
              <a:pathLst>
                <a:path w="11643" h="2820" extrusionOk="0">
                  <a:moveTo>
                    <a:pt x="8453" y="0"/>
                  </a:moveTo>
                  <a:cubicBezTo>
                    <a:pt x="7712" y="0"/>
                    <a:pt x="6882" y="106"/>
                    <a:pt x="6038" y="285"/>
                  </a:cubicBezTo>
                  <a:cubicBezTo>
                    <a:pt x="5590" y="374"/>
                    <a:pt x="5145" y="408"/>
                    <a:pt x="4713" y="408"/>
                  </a:cubicBezTo>
                  <a:cubicBezTo>
                    <a:pt x="3343" y="408"/>
                    <a:pt x="2105" y="66"/>
                    <a:pt x="1328" y="66"/>
                  </a:cubicBezTo>
                  <a:cubicBezTo>
                    <a:pt x="1164" y="66"/>
                    <a:pt x="1021" y="81"/>
                    <a:pt x="901" y="118"/>
                  </a:cubicBezTo>
                  <a:cubicBezTo>
                    <a:pt x="1" y="418"/>
                    <a:pt x="434" y="1719"/>
                    <a:pt x="868" y="2786"/>
                  </a:cubicBezTo>
                  <a:lnTo>
                    <a:pt x="11575" y="2820"/>
                  </a:lnTo>
                  <a:cubicBezTo>
                    <a:pt x="11642" y="2153"/>
                    <a:pt x="11442" y="1485"/>
                    <a:pt x="11042" y="952"/>
                  </a:cubicBezTo>
                  <a:cubicBezTo>
                    <a:pt x="10610" y="273"/>
                    <a:pt x="9645" y="0"/>
                    <a:pt x="84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3"/>
            <p:cNvSpPr/>
            <p:nvPr/>
          </p:nvSpPr>
          <p:spPr>
            <a:xfrm>
              <a:off x="2863050" y="4474875"/>
              <a:ext cx="53400" cy="20475"/>
            </a:xfrm>
            <a:custGeom>
              <a:avLst/>
              <a:gdLst/>
              <a:ahLst/>
              <a:cxnLst/>
              <a:rect l="l" t="t" r="r" b="b"/>
              <a:pathLst>
                <a:path w="2136" h="819" extrusionOk="0">
                  <a:moveTo>
                    <a:pt x="1768" y="151"/>
                  </a:moveTo>
                  <a:cubicBezTo>
                    <a:pt x="1835" y="185"/>
                    <a:pt x="1868" y="218"/>
                    <a:pt x="1935" y="285"/>
                  </a:cubicBezTo>
                  <a:cubicBezTo>
                    <a:pt x="1969" y="385"/>
                    <a:pt x="1969" y="418"/>
                    <a:pt x="1935" y="452"/>
                  </a:cubicBezTo>
                  <a:cubicBezTo>
                    <a:pt x="1834" y="593"/>
                    <a:pt x="1478" y="649"/>
                    <a:pt x="1079" y="649"/>
                  </a:cubicBezTo>
                  <a:cubicBezTo>
                    <a:pt x="818" y="649"/>
                    <a:pt x="538" y="625"/>
                    <a:pt x="301" y="585"/>
                  </a:cubicBezTo>
                  <a:cubicBezTo>
                    <a:pt x="701" y="352"/>
                    <a:pt x="1135" y="218"/>
                    <a:pt x="1602" y="151"/>
                  </a:cubicBezTo>
                  <a:close/>
                  <a:moveTo>
                    <a:pt x="1634" y="0"/>
                  </a:moveTo>
                  <a:cubicBezTo>
                    <a:pt x="1032" y="0"/>
                    <a:pt x="64" y="555"/>
                    <a:pt x="34" y="585"/>
                  </a:cubicBezTo>
                  <a:cubicBezTo>
                    <a:pt x="0" y="585"/>
                    <a:pt x="0" y="618"/>
                    <a:pt x="0" y="652"/>
                  </a:cubicBezTo>
                  <a:cubicBezTo>
                    <a:pt x="0" y="685"/>
                    <a:pt x="34" y="718"/>
                    <a:pt x="67" y="718"/>
                  </a:cubicBezTo>
                  <a:cubicBezTo>
                    <a:pt x="401" y="785"/>
                    <a:pt x="734" y="819"/>
                    <a:pt x="1068" y="819"/>
                  </a:cubicBezTo>
                  <a:cubicBezTo>
                    <a:pt x="1502" y="819"/>
                    <a:pt x="1902" y="752"/>
                    <a:pt x="2069" y="552"/>
                  </a:cubicBezTo>
                  <a:cubicBezTo>
                    <a:pt x="2135" y="452"/>
                    <a:pt x="2135" y="318"/>
                    <a:pt x="2069" y="218"/>
                  </a:cubicBezTo>
                  <a:cubicBezTo>
                    <a:pt x="2002" y="118"/>
                    <a:pt x="1935" y="51"/>
                    <a:pt x="1802" y="18"/>
                  </a:cubicBezTo>
                  <a:cubicBezTo>
                    <a:pt x="1750" y="6"/>
                    <a:pt x="1694" y="0"/>
                    <a:pt x="16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3"/>
            <p:cNvSpPr/>
            <p:nvPr/>
          </p:nvSpPr>
          <p:spPr>
            <a:xfrm>
              <a:off x="2862225" y="4455075"/>
              <a:ext cx="33375" cy="37775"/>
            </a:xfrm>
            <a:custGeom>
              <a:avLst/>
              <a:gdLst/>
              <a:ahLst/>
              <a:cxnLst/>
              <a:rect l="l" t="t" r="r" b="b"/>
              <a:pathLst>
                <a:path w="1335" h="1511" extrusionOk="0">
                  <a:moveTo>
                    <a:pt x="934" y="143"/>
                  </a:moveTo>
                  <a:cubicBezTo>
                    <a:pt x="1101" y="143"/>
                    <a:pt x="1101" y="210"/>
                    <a:pt x="1101" y="243"/>
                  </a:cubicBezTo>
                  <a:cubicBezTo>
                    <a:pt x="1134" y="476"/>
                    <a:pt x="601" y="1043"/>
                    <a:pt x="200" y="1310"/>
                  </a:cubicBezTo>
                  <a:cubicBezTo>
                    <a:pt x="234" y="910"/>
                    <a:pt x="367" y="543"/>
                    <a:pt x="601" y="243"/>
                  </a:cubicBezTo>
                  <a:cubicBezTo>
                    <a:pt x="701" y="176"/>
                    <a:pt x="801" y="143"/>
                    <a:pt x="901" y="143"/>
                  </a:cubicBezTo>
                  <a:close/>
                  <a:moveTo>
                    <a:pt x="879" y="1"/>
                  </a:moveTo>
                  <a:cubicBezTo>
                    <a:pt x="744" y="1"/>
                    <a:pt x="616" y="61"/>
                    <a:pt x="534" y="143"/>
                  </a:cubicBezTo>
                  <a:cubicBezTo>
                    <a:pt x="100" y="476"/>
                    <a:pt x="33" y="1377"/>
                    <a:pt x="0" y="1444"/>
                  </a:cubicBezTo>
                  <a:cubicBezTo>
                    <a:pt x="0" y="1444"/>
                    <a:pt x="33" y="1477"/>
                    <a:pt x="33" y="1510"/>
                  </a:cubicBezTo>
                  <a:lnTo>
                    <a:pt x="134" y="1510"/>
                  </a:lnTo>
                  <a:cubicBezTo>
                    <a:pt x="534" y="1344"/>
                    <a:pt x="1334" y="610"/>
                    <a:pt x="1268" y="210"/>
                  </a:cubicBezTo>
                  <a:cubicBezTo>
                    <a:pt x="1268" y="143"/>
                    <a:pt x="1168" y="9"/>
                    <a:pt x="967" y="9"/>
                  </a:cubicBezTo>
                  <a:cubicBezTo>
                    <a:pt x="938" y="4"/>
                    <a:pt x="908" y="1"/>
                    <a:pt x="8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3"/>
            <p:cNvSpPr/>
            <p:nvPr/>
          </p:nvSpPr>
          <p:spPr>
            <a:xfrm>
              <a:off x="2770475" y="4296025"/>
              <a:ext cx="93425" cy="195150"/>
            </a:xfrm>
            <a:custGeom>
              <a:avLst/>
              <a:gdLst/>
              <a:ahLst/>
              <a:cxnLst/>
              <a:rect l="l" t="t" r="r" b="b"/>
              <a:pathLst>
                <a:path w="3737" h="7806" extrusionOk="0">
                  <a:moveTo>
                    <a:pt x="368" y="0"/>
                  </a:moveTo>
                  <a:lnTo>
                    <a:pt x="1" y="7806"/>
                  </a:lnTo>
                  <a:lnTo>
                    <a:pt x="3370" y="7806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3"/>
            <p:cNvSpPr/>
            <p:nvPr/>
          </p:nvSpPr>
          <p:spPr>
            <a:xfrm>
              <a:off x="2738800" y="4481150"/>
              <a:ext cx="296075" cy="95925"/>
            </a:xfrm>
            <a:custGeom>
              <a:avLst/>
              <a:gdLst/>
              <a:ahLst/>
              <a:cxnLst/>
              <a:rect l="l" t="t" r="r" b="b"/>
              <a:pathLst>
                <a:path w="11843" h="3837" extrusionOk="0">
                  <a:moveTo>
                    <a:pt x="1001" y="0"/>
                  </a:moveTo>
                  <a:cubicBezTo>
                    <a:pt x="868" y="0"/>
                    <a:pt x="734" y="101"/>
                    <a:pt x="701" y="234"/>
                  </a:cubicBezTo>
                  <a:lnTo>
                    <a:pt x="67" y="3236"/>
                  </a:lnTo>
                  <a:cubicBezTo>
                    <a:pt x="0" y="3536"/>
                    <a:pt x="267" y="3837"/>
                    <a:pt x="567" y="3837"/>
                  </a:cubicBezTo>
                  <a:cubicBezTo>
                    <a:pt x="1902" y="3803"/>
                    <a:pt x="3803" y="3737"/>
                    <a:pt x="5471" y="3737"/>
                  </a:cubicBezTo>
                  <a:cubicBezTo>
                    <a:pt x="7439" y="3737"/>
                    <a:pt x="7806" y="3837"/>
                    <a:pt x="10107" y="3837"/>
                  </a:cubicBezTo>
                  <a:cubicBezTo>
                    <a:pt x="11475" y="3837"/>
                    <a:pt x="11842" y="2436"/>
                    <a:pt x="11275" y="2302"/>
                  </a:cubicBezTo>
                  <a:cubicBezTo>
                    <a:pt x="8640" y="1735"/>
                    <a:pt x="7772" y="1668"/>
                    <a:pt x="5471" y="267"/>
                  </a:cubicBezTo>
                  <a:cubicBezTo>
                    <a:pt x="5237" y="101"/>
                    <a:pt x="4970" y="0"/>
                    <a:pt x="4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3"/>
            <p:cNvSpPr/>
            <p:nvPr/>
          </p:nvSpPr>
          <p:spPr>
            <a:xfrm>
              <a:off x="2316000" y="1608125"/>
              <a:ext cx="264150" cy="348750"/>
            </a:xfrm>
            <a:custGeom>
              <a:avLst/>
              <a:gdLst/>
              <a:ahLst/>
              <a:cxnLst/>
              <a:rect l="l" t="t" r="r" b="b"/>
              <a:pathLst>
                <a:path w="10566" h="13950" extrusionOk="0">
                  <a:moveTo>
                    <a:pt x="7630" y="0"/>
                  </a:moveTo>
                  <a:cubicBezTo>
                    <a:pt x="7425" y="0"/>
                    <a:pt x="7206" y="24"/>
                    <a:pt x="6972" y="73"/>
                  </a:cubicBezTo>
                  <a:cubicBezTo>
                    <a:pt x="1902" y="1173"/>
                    <a:pt x="0" y="9179"/>
                    <a:pt x="0" y="9179"/>
                  </a:cubicBezTo>
                  <a:lnTo>
                    <a:pt x="5738" y="13949"/>
                  </a:lnTo>
                  <a:cubicBezTo>
                    <a:pt x="7639" y="12315"/>
                    <a:pt x="8973" y="10146"/>
                    <a:pt x="9607" y="7711"/>
                  </a:cubicBezTo>
                  <a:cubicBezTo>
                    <a:pt x="10566" y="3784"/>
                    <a:pt x="10234" y="0"/>
                    <a:pt x="76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3"/>
            <p:cNvSpPr/>
            <p:nvPr/>
          </p:nvSpPr>
          <p:spPr>
            <a:xfrm>
              <a:off x="2451925" y="1764200"/>
              <a:ext cx="107600" cy="192675"/>
            </a:xfrm>
            <a:custGeom>
              <a:avLst/>
              <a:gdLst/>
              <a:ahLst/>
              <a:cxnLst/>
              <a:rect l="l" t="t" r="r" b="b"/>
              <a:pathLst>
                <a:path w="4304" h="7707" extrusionOk="0">
                  <a:moveTo>
                    <a:pt x="2902" y="1"/>
                  </a:moveTo>
                  <a:cubicBezTo>
                    <a:pt x="1201" y="1702"/>
                    <a:pt x="100" y="4804"/>
                    <a:pt x="0" y="7473"/>
                  </a:cubicBezTo>
                  <a:lnTo>
                    <a:pt x="301" y="7706"/>
                  </a:lnTo>
                  <a:cubicBezTo>
                    <a:pt x="2202" y="6072"/>
                    <a:pt x="3536" y="3903"/>
                    <a:pt x="4170" y="1468"/>
                  </a:cubicBezTo>
                  <a:cubicBezTo>
                    <a:pt x="4203" y="1202"/>
                    <a:pt x="4270" y="968"/>
                    <a:pt x="4303" y="701"/>
                  </a:cubicBezTo>
                  <a:lnTo>
                    <a:pt x="29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3"/>
            <p:cNvSpPr/>
            <p:nvPr/>
          </p:nvSpPr>
          <p:spPr>
            <a:xfrm>
              <a:off x="2458600" y="1594300"/>
              <a:ext cx="527900" cy="754525"/>
            </a:xfrm>
            <a:custGeom>
              <a:avLst/>
              <a:gdLst/>
              <a:ahLst/>
              <a:cxnLst/>
              <a:rect l="l" t="t" r="r" b="b"/>
              <a:pathLst>
                <a:path w="21116" h="30181" extrusionOk="0">
                  <a:moveTo>
                    <a:pt x="9695" y="0"/>
                  </a:moveTo>
                  <a:cubicBezTo>
                    <a:pt x="8415" y="0"/>
                    <a:pt x="7139" y="42"/>
                    <a:pt x="5871" y="125"/>
                  </a:cubicBezTo>
                  <a:cubicBezTo>
                    <a:pt x="4370" y="192"/>
                    <a:pt x="2902" y="359"/>
                    <a:pt x="1435" y="592"/>
                  </a:cubicBezTo>
                  <a:cubicBezTo>
                    <a:pt x="567" y="726"/>
                    <a:pt x="0" y="1560"/>
                    <a:pt x="167" y="2394"/>
                  </a:cubicBezTo>
                  <a:cubicBezTo>
                    <a:pt x="2569" y="14936"/>
                    <a:pt x="1134" y="27512"/>
                    <a:pt x="1301" y="30180"/>
                  </a:cubicBezTo>
                  <a:lnTo>
                    <a:pt x="19314" y="30180"/>
                  </a:lnTo>
                  <a:cubicBezTo>
                    <a:pt x="21115" y="15370"/>
                    <a:pt x="20582" y="7897"/>
                    <a:pt x="19848" y="4262"/>
                  </a:cubicBezTo>
                  <a:cubicBezTo>
                    <a:pt x="19447" y="2293"/>
                    <a:pt x="17913" y="792"/>
                    <a:pt x="15945" y="425"/>
                  </a:cubicBezTo>
                  <a:cubicBezTo>
                    <a:pt x="15211" y="325"/>
                    <a:pt x="14377" y="192"/>
                    <a:pt x="13543" y="125"/>
                  </a:cubicBezTo>
                  <a:cubicBezTo>
                    <a:pt x="12259" y="42"/>
                    <a:pt x="10975" y="0"/>
                    <a:pt x="96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3"/>
            <p:cNvSpPr/>
            <p:nvPr/>
          </p:nvSpPr>
          <p:spPr>
            <a:xfrm>
              <a:off x="2882225" y="1846775"/>
              <a:ext cx="91750" cy="158450"/>
            </a:xfrm>
            <a:custGeom>
              <a:avLst/>
              <a:gdLst/>
              <a:ahLst/>
              <a:cxnLst/>
              <a:rect l="l" t="t" r="r" b="b"/>
              <a:pathLst>
                <a:path w="3670" h="6338" extrusionOk="0">
                  <a:moveTo>
                    <a:pt x="1202" y="0"/>
                  </a:moveTo>
                  <a:lnTo>
                    <a:pt x="1" y="1534"/>
                  </a:lnTo>
                  <a:cubicBezTo>
                    <a:pt x="468" y="3769"/>
                    <a:pt x="1535" y="5804"/>
                    <a:pt x="3537" y="6338"/>
                  </a:cubicBezTo>
                  <a:cubicBezTo>
                    <a:pt x="3670" y="3036"/>
                    <a:pt x="3537" y="767"/>
                    <a:pt x="12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3"/>
            <p:cNvSpPr/>
            <p:nvPr/>
          </p:nvSpPr>
          <p:spPr>
            <a:xfrm>
              <a:off x="2774650" y="4296025"/>
              <a:ext cx="89250" cy="100925"/>
            </a:xfrm>
            <a:custGeom>
              <a:avLst/>
              <a:gdLst/>
              <a:ahLst/>
              <a:cxnLst/>
              <a:rect l="l" t="t" r="r" b="b"/>
              <a:pathLst>
                <a:path w="3570" h="4037" extrusionOk="0">
                  <a:moveTo>
                    <a:pt x="201" y="0"/>
                  </a:moveTo>
                  <a:lnTo>
                    <a:pt x="1" y="4036"/>
                  </a:lnTo>
                  <a:lnTo>
                    <a:pt x="3370" y="4036"/>
                  </a:lnTo>
                  <a:lnTo>
                    <a:pt x="3570" y="0"/>
                  </a:lnTo>
                  <a:close/>
                </a:path>
              </a:pathLst>
            </a:custGeom>
            <a:solidFill>
              <a:srgbClr val="783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3"/>
            <p:cNvSpPr/>
            <p:nvPr/>
          </p:nvSpPr>
          <p:spPr>
            <a:xfrm>
              <a:off x="2612875" y="1197800"/>
              <a:ext cx="283550" cy="329000"/>
            </a:xfrm>
            <a:custGeom>
              <a:avLst/>
              <a:gdLst/>
              <a:ahLst/>
              <a:cxnLst/>
              <a:rect l="l" t="t" r="r" b="b"/>
              <a:pathLst>
                <a:path w="11342" h="13160" extrusionOk="0">
                  <a:moveTo>
                    <a:pt x="5736" y="1"/>
                  </a:moveTo>
                  <a:cubicBezTo>
                    <a:pt x="3713" y="1"/>
                    <a:pt x="1771" y="1361"/>
                    <a:pt x="1301" y="3576"/>
                  </a:cubicBezTo>
                  <a:cubicBezTo>
                    <a:pt x="601" y="6845"/>
                    <a:pt x="0" y="8713"/>
                    <a:pt x="1134" y="10848"/>
                  </a:cubicBezTo>
                  <a:cubicBezTo>
                    <a:pt x="1962" y="12423"/>
                    <a:pt x="3422" y="13160"/>
                    <a:pt x="4895" y="13160"/>
                  </a:cubicBezTo>
                  <a:cubicBezTo>
                    <a:pt x="6448" y="13160"/>
                    <a:pt x="8017" y="12339"/>
                    <a:pt x="8873" y="10815"/>
                  </a:cubicBezTo>
                  <a:cubicBezTo>
                    <a:pt x="10408" y="8146"/>
                    <a:pt x="11342" y="3276"/>
                    <a:pt x="8606" y="1041"/>
                  </a:cubicBezTo>
                  <a:cubicBezTo>
                    <a:pt x="7739" y="328"/>
                    <a:pt x="6728" y="1"/>
                    <a:pt x="5736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3"/>
            <p:cNvSpPr/>
            <p:nvPr/>
          </p:nvSpPr>
          <p:spPr>
            <a:xfrm>
              <a:off x="2536975" y="1114200"/>
              <a:ext cx="416350" cy="385675"/>
            </a:xfrm>
            <a:custGeom>
              <a:avLst/>
              <a:gdLst/>
              <a:ahLst/>
              <a:cxnLst/>
              <a:rect l="l" t="t" r="r" b="b"/>
              <a:pathLst>
                <a:path w="16654" h="15427" extrusionOk="0">
                  <a:moveTo>
                    <a:pt x="7832" y="1"/>
                  </a:moveTo>
                  <a:cubicBezTo>
                    <a:pt x="6142" y="1"/>
                    <a:pt x="4481" y="1232"/>
                    <a:pt x="4170" y="2617"/>
                  </a:cubicBezTo>
                  <a:cubicBezTo>
                    <a:pt x="3869" y="2517"/>
                    <a:pt x="3546" y="2449"/>
                    <a:pt x="3220" y="2449"/>
                  </a:cubicBezTo>
                  <a:cubicBezTo>
                    <a:pt x="2465" y="2449"/>
                    <a:pt x="1694" y="2810"/>
                    <a:pt x="1135" y="3952"/>
                  </a:cubicBezTo>
                  <a:cubicBezTo>
                    <a:pt x="1" y="6287"/>
                    <a:pt x="2436" y="7654"/>
                    <a:pt x="2136" y="10223"/>
                  </a:cubicBezTo>
                  <a:cubicBezTo>
                    <a:pt x="1837" y="12775"/>
                    <a:pt x="2824" y="15427"/>
                    <a:pt x="6372" y="15427"/>
                  </a:cubicBezTo>
                  <a:cubicBezTo>
                    <a:pt x="6394" y="15427"/>
                    <a:pt x="6416" y="15427"/>
                    <a:pt x="6439" y="15426"/>
                  </a:cubicBezTo>
                  <a:cubicBezTo>
                    <a:pt x="8540" y="15393"/>
                    <a:pt x="10141" y="13158"/>
                    <a:pt x="11175" y="11057"/>
                  </a:cubicBezTo>
                  <a:cubicBezTo>
                    <a:pt x="11276" y="10823"/>
                    <a:pt x="12310" y="10590"/>
                    <a:pt x="12410" y="10356"/>
                  </a:cubicBezTo>
                  <a:cubicBezTo>
                    <a:pt x="12777" y="9656"/>
                    <a:pt x="12743" y="8788"/>
                    <a:pt x="12343" y="8088"/>
                  </a:cubicBezTo>
                  <a:cubicBezTo>
                    <a:pt x="16654" y="6509"/>
                    <a:pt x="16047" y="2665"/>
                    <a:pt x="15400" y="2665"/>
                  </a:cubicBezTo>
                  <a:cubicBezTo>
                    <a:pt x="15336" y="2665"/>
                    <a:pt x="15272" y="2703"/>
                    <a:pt x="15212" y="2784"/>
                  </a:cubicBezTo>
                  <a:cubicBezTo>
                    <a:pt x="15069" y="2977"/>
                    <a:pt x="14834" y="3063"/>
                    <a:pt x="14533" y="3063"/>
                  </a:cubicBezTo>
                  <a:cubicBezTo>
                    <a:pt x="13428" y="3063"/>
                    <a:pt x="11426" y="1907"/>
                    <a:pt x="9774" y="649"/>
                  </a:cubicBezTo>
                  <a:cubicBezTo>
                    <a:pt x="9178" y="194"/>
                    <a:pt x="8503" y="1"/>
                    <a:pt x="78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3"/>
            <p:cNvSpPr/>
            <p:nvPr/>
          </p:nvSpPr>
          <p:spPr>
            <a:xfrm>
              <a:off x="2612025" y="1105400"/>
              <a:ext cx="40075" cy="101775"/>
            </a:xfrm>
            <a:custGeom>
              <a:avLst/>
              <a:gdLst/>
              <a:ahLst/>
              <a:cxnLst/>
              <a:rect l="l" t="t" r="r" b="b"/>
              <a:pathLst>
                <a:path w="1603" h="4071" extrusionOk="0">
                  <a:moveTo>
                    <a:pt x="1035" y="1"/>
                  </a:moveTo>
                  <a:lnTo>
                    <a:pt x="1035" y="1"/>
                  </a:lnTo>
                  <a:cubicBezTo>
                    <a:pt x="1" y="3103"/>
                    <a:pt x="1602" y="4070"/>
                    <a:pt x="1602" y="4070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3"/>
            <p:cNvSpPr/>
            <p:nvPr/>
          </p:nvSpPr>
          <p:spPr>
            <a:xfrm>
              <a:off x="2767150" y="1333050"/>
              <a:ext cx="66725" cy="103150"/>
            </a:xfrm>
            <a:custGeom>
              <a:avLst/>
              <a:gdLst/>
              <a:ahLst/>
              <a:cxnLst/>
              <a:rect l="l" t="t" r="r" b="b"/>
              <a:pathLst>
                <a:path w="2669" h="4126" extrusionOk="0">
                  <a:moveTo>
                    <a:pt x="1179" y="1"/>
                  </a:moveTo>
                  <a:cubicBezTo>
                    <a:pt x="642" y="1"/>
                    <a:pt x="195" y="492"/>
                    <a:pt x="100" y="1202"/>
                  </a:cubicBezTo>
                  <a:cubicBezTo>
                    <a:pt x="0" y="2036"/>
                    <a:pt x="201" y="2870"/>
                    <a:pt x="601" y="3570"/>
                  </a:cubicBezTo>
                  <a:cubicBezTo>
                    <a:pt x="835" y="3956"/>
                    <a:pt x="1121" y="4126"/>
                    <a:pt x="1397" y="4126"/>
                  </a:cubicBezTo>
                  <a:cubicBezTo>
                    <a:pt x="1788" y="4126"/>
                    <a:pt x="2159" y="3785"/>
                    <a:pt x="2335" y="3237"/>
                  </a:cubicBezTo>
                  <a:cubicBezTo>
                    <a:pt x="2636" y="2403"/>
                    <a:pt x="2669" y="902"/>
                    <a:pt x="1868" y="268"/>
                  </a:cubicBezTo>
                  <a:cubicBezTo>
                    <a:pt x="1635" y="83"/>
                    <a:pt x="1400" y="1"/>
                    <a:pt x="1179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3"/>
            <p:cNvSpPr/>
            <p:nvPr/>
          </p:nvSpPr>
          <p:spPr>
            <a:xfrm>
              <a:off x="2198400" y="4271825"/>
              <a:ext cx="134300" cy="210175"/>
            </a:xfrm>
            <a:custGeom>
              <a:avLst/>
              <a:gdLst/>
              <a:ahLst/>
              <a:cxnLst/>
              <a:rect l="l" t="t" r="r" b="b"/>
              <a:pathLst>
                <a:path w="5372" h="8407" extrusionOk="0">
                  <a:moveTo>
                    <a:pt x="2136" y="1"/>
                  </a:moveTo>
                  <a:lnTo>
                    <a:pt x="1" y="7606"/>
                  </a:lnTo>
                  <a:lnTo>
                    <a:pt x="3236" y="8407"/>
                  </a:lnTo>
                  <a:lnTo>
                    <a:pt x="5371" y="801"/>
                  </a:lnTo>
                  <a:lnTo>
                    <a:pt x="21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3"/>
            <p:cNvSpPr/>
            <p:nvPr/>
          </p:nvSpPr>
          <p:spPr>
            <a:xfrm>
              <a:off x="2290975" y="4467425"/>
              <a:ext cx="53400" cy="19800"/>
            </a:xfrm>
            <a:custGeom>
              <a:avLst/>
              <a:gdLst/>
              <a:ahLst/>
              <a:cxnLst/>
              <a:rect l="l" t="t" r="r" b="b"/>
              <a:pathLst>
                <a:path w="2136" h="792" extrusionOk="0">
                  <a:moveTo>
                    <a:pt x="1404" y="174"/>
                  </a:moveTo>
                  <a:cubicBezTo>
                    <a:pt x="1480" y="174"/>
                    <a:pt x="1557" y="177"/>
                    <a:pt x="1635" y="183"/>
                  </a:cubicBezTo>
                  <a:cubicBezTo>
                    <a:pt x="1668" y="183"/>
                    <a:pt x="1735" y="183"/>
                    <a:pt x="1768" y="216"/>
                  </a:cubicBezTo>
                  <a:cubicBezTo>
                    <a:pt x="1835" y="249"/>
                    <a:pt x="1902" y="283"/>
                    <a:pt x="1935" y="349"/>
                  </a:cubicBezTo>
                  <a:cubicBezTo>
                    <a:pt x="1969" y="483"/>
                    <a:pt x="1969" y="516"/>
                    <a:pt x="1935" y="549"/>
                  </a:cubicBezTo>
                  <a:cubicBezTo>
                    <a:pt x="1882" y="602"/>
                    <a:pt x="1763" y="625"/>
                    <a:pt x="1603" y="625"/>
                  </a:cubicBezTo>
                  <a:cubicBezTo>
                    <a:pt x="1260" y="625"/>
                    <a:pt x="734" y="519"/>
                    <a:pt x="301" y="383"/>
                  </a:cubicBezTo>
                  <a:cubicBezTo>
                    <a:pt x="662" y="244"/>
                    <a:pt x="1023" y="174"/>
                    <a:pt x="1404" y="174"/>
                  </a:cubicBezTo>
                  <a:close/>
                  <a:moveTo>
                    <a:pt x="1391" y="0"/>
                  </a:moveTo>
                  <a:cubicBezTo>
                    <a:pt x="807" y="0"/>
                    <a:pt x="86" y="290"/>
                    <a:pt x="34" y="316"/>
                  </a:cubicBezTo>
                  <a:cubicBezTo>
                    <a:pt x="0" y="316"/>
                    <a:pt x="0" y="349"/>
                    <a:pt x="0" y="383"/>
                  </a:cubicBezTo>
                  <a:cubicBezTo>
                    <a:pt x="0" y="416"/>
                    <a:pt x="34" y="449"/>
                    <a:pt x="67" y="449"/>
                  </a:cubicBezTo>
                  <a:cubicBezTo>
                    <a:pt x="401" y="583"/>
                    <a:pt x="734" y="683"/>
                    <a:pt x="1068" y="750"/>
                  </a:cubicBezTo>
                  <a:cubicBezTo>
                    <a:pt x="1236" y="775"/>
                    <a:pt x="1399" y="791"/>
                    <a:pt x="1545" y="791"/>
                  </a:cubicBezTo>
                  <a:cubicBezTo>
                    <a:pt x="1777" y="791"/>
                    <a:pt x="1966" y="752"/>
                    <a:pt x="2069" y="650"/>
                  </a:cubicBezTo>
                  <a:cubicBezTo>
                    <a:pt x="2135" y="549"/>
                    <a:pt x="2135" y="416"/>
                    <a:pt x="2069" y="316"/>
                  </a:cubicBezTo>
                  <a:cubicBezTo>
                    <a:pt x="2002" y="183"/>
                    <a:pt x="1935" y="116"/>
                    <a:pt x="1835" y="82"/>
                  </a:cubicBezTo>
                  <a:cubicBezTo>
                    <a:pt x="1710" y="24"/>
                    <a:pt x="1556" y="0"/>
                    <a:pt x="13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3"/>
            <p:cNvSpPr/>
            <p:nvPr/>
          </p:nvSpPr>
          <p:spPr>
            <a:xfrm>
              <a:off x="2291800" y="4443950"/>
              <a:ext cx="32550" cy="35550"/>
            </a:xfrm>
            <a:custGeom>
              <a:avLst/>
              <a:gdLst/>
              <a:ahLst/>
              <a:cxnLst/>
              <a:rect l="l" t="t" r="r" b="b"/>
              <a:pathLst>
                <a:path w="1302" h="1422" extrusionOk="0">
                  <a:moveTo>
                    <a:pt x="935" y="154"/>
                  </a:moveTo>
                  <a:cubicBezTo>
                    <a:pt x="1068" y="188"/>
                    <a:pt x="1068" y="254"/>
                    <a:pt x="1068" y="254"/>
                  </a:cubicBezTo>
                  <a:cubicBezTo>
                    <a:pt x="1102" y="521"/>
                    <a:pt x="568" y="988"/>
                    <a:pt x="134" y="1188"/>
                  </a:cubicBezTo>
                  <a:cubicBezTo>
                    <a:pt x="168" y="821"/>
                    <a:pt x="334" y="454"/>
                    <a:pt x="601" y="188"/>
                  </a:cubicBezTo>
                  <a:cubicBezTo>
                    <a:pt x="701" y="154"/>
                    <a:pt x="801" y="154"/>
                    <a:pt x="901" y="154"/>
                  </a:cubicBezTo>
                  <a:close/>
                  <a:moveTo>
                    <a:pt x="797" y="1"/>
                  </a:moveTo>
                  <a:cubicBezTo>
                    <a:pt x="704" y="1"/>
                    <a:pt x="619" y="24"/>
                    <a:pt x="535" y="87"/>
                  </a:cubicBezTo>
                  <a:cubicBezTo>
                    <a:pt x="134" y="354"/>
                    <a:pt x="1" y="1255"/>
                    <a:pt x="1" y="1288"/>
                  </a:cubicBezTo>
                  <a:cubicBezTo>
                    <a:pt x="1" y="1322"/>
                    <a:pt x="1" y="1355"/>
                    <a:pt x="34" y="1388"/>
                  </a:cubicBezTo>
                  <a:cubicBezTo>
                    <a:pt x="34" y="1388"/>
                    <a:pt x="34" y="1388"/>
                    <a:pt x="34" y="1422"/>
                  </a:cubicBezTo>
                  <a:lnTo>
                    <a:pt x="68" y="1422"/>
                  </a:lnTo>
                  <a:cubicBezTo>
                    <a:pt x="501" y="1288"/>
                    <a:pt x="1302" y="688"/>
                    <a:pt x="1235" y="288"/>
                  </a:cubicBezTo>
                  <a:cubicBezTo>
                    <a:pt x="1235" y="188"/>
                    <a:pt x="1168" y="87"/>
                    <a:pt x="968" y="21"/>
                  </a:cubicBezTo>
                  <a:cubicBezTo>
                    <a:pt x="907" y="9"/>
                    <a:pt x="851" y="1"/>
                    <a:pt x="7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2160875" y="4449300"/>
              <a:ext cx="248250" cy="128450"/>
            </a:xfrm>
            <a:custGeom>
              <a:avLst/>
              <a:gdLst/>
              <a:ahLst/>
              <a:cxnLst/>
              <a:rect l="l" t="t" r="r" b="b"/>
              <a:pathLst>
                <a:path w="9930" h="5138" extrusionOk="0">
                  <a:moveTo>
                    <a:pt x="1248" y="0"/>
                  </a:moveTo>
                  <a:cubicBezTo>
                    <a:pt x="1134" y="0"/>
                    <a:pt x="1030" y="87"/>
                    <a:pt x="1001" y="174"/>
                  </a:cubicBezTo>
                  <a:lnTo>
                    <a:pt x="101" y="3076"/>
                  </a:lnTo>
                  <a:cubicBezTo>
                    <a:pt x="1" y="3376"/>
                    <a:pt x="201" y="3676"/>
                    <a:pt x="501" y="3743"/>
                  </a:cubicBezTo>
                  <a:cubicBezTo>
                    <a:pt x="1802" y="3976"/>
                    <a:pt x="3703" y="4210"/>
                    <a:pt x="5371" y="4510"/>
                  </a:cubicBezTo>
                  <a:cubicBezTo>
                    <a:pt x="7273" y="4844"/>
                    <a:pt x="5872" y="4710"/>
                    <a:pt x="8140" y="5111"/>
                  </a:cubicBezTo>
                  <a:cubicBezTo>
                    <a:pt x="8246" y="5129"/>
                    <a:pt x="8348" y="5138"/>
                    <a:pt x="8444" y="5138"/>
                  </a:cubicBezTo>
                  <a:cubicBezTo>
                    <a:pt x="9547" y="5138"/>
                    <a:pt x="9929" y="3991"/>
                    <a:pt x="9407" y="3776"/>
                  </a:cubicBezTo>
                  <a:cubicBezTo>
                    <a:pt x="6872" y="2742"/>
                    <a:pt x="6639" y="2208"/>
                    <a:pt x="5671" y="1041"/>
                  </a:cubicBezTo>
                  <a:cubicBezTo>
                    <a:pt x="5471" y="841"/>
                    <a:pt x="5204" y="707"/>
                    <a:pt x="4904" y="641"/>
                  </a:cubicBezTo>
                  <a:lnTo>
                    <a:pt x="1302" y="7"/>
                  </a:lnTo>
                  <a:cubicBezTo>
                    <a:pt x="1284" y="2"/>
                    <a:pt x="1266" y="0"/>
                    <a:pt x="12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2224250" y="4271825"/>
              <a:ext cx="108450" cy="117625"/>
            </a:xfrm>
            <a:custGeom>
              <a:avLst/>
              <a:gdLst/>
              <a:ahLst/>
              <a:cxnLst/>
              <a:rect l="l" t="t" r="r" b="b"/>
              <a:pathLst>
                <a:path w="4338" h="4705" extrusionOk="0">
                  <a:moveTo>
                    <a:pt x="1102" y="1"/>
                  </a:moveTo>
                  <a:lnTo>
                    <a:pt x="1" y="3904"/>
                  </a:lnTo>
                  <a:lnTo>
                    <a:pt x="3237" y="4704"/>
                  </a:lnTo>
                  <a:lnTo>
                    <a:pt x="4337" y="801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783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2401875" y="2360475"/>
              <a:ext cx="107625" cy="158450"/>
            </a:xfrm>
            <a:custGeom>
              <a:avLst/>
              <a:gdLst/>
              <a:ahLst/>
              <a:cxnLst/>
              <a:rect l="l" t="t" r="r" b="b"/>
              <a:pathLst>
                <a:path w="4305" h="6338" extrusionOk="0">
                  <a:moveTo>
                    <a:pt x="4304" y="0"/>
                  </a:moveTo>
                  <a:cubicBezTo>
                    <a:pt x="3637" y="300"/>
                    <a:pt x="1369" y="267"/>
                    <a:pt x="701" y="901"/>
                  </a:cubicBezTo>
                  <a:cubicBezTo>
                    <a:pt x="1" y="1535"/>
                    <a:pt x="2670" y="4236"/>
                    <a:pt x="3270" y="6338"/>
                  </a:cubicBezTo>
                  <a:cubicBezTo>
                    <a:pt x="3837" y="3102"/>
                    <a:pt x="4304" y="0"/>
                    <a:pt x="43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2401875" y="2360475"/>
              <a:ext cx="107625" cy="158450"/>
            </a:xfrm>
            <a:custGeom>
              <a:avLst/>
              <a:gdLst/>
              <a:ahLst/>
              <a:cxnLst/>
              <a:rect l="l" t="t" r="r" b="b"/>
              <a:pathLst>
                <a:path w="4305" h="6338" extrusionOk="0">
                  <a:moveTo>
                    <a:pt x="4304" y="0"/>
                  </a:moveTo>
                  <a:cubicBezTo>
                    <a:pt x="3637" y="300"/>
                    <a:pt x="1369" y="267"/>
                    <a:pt x="701" y="901"/>
                  </a:cubicBezTo>
                  <a:cubicBezTo>
                    <a:pt x="1" y="1535"/>
                    <a:pt x="2670" y="4236"/>
                    <a:pt x="3270" y="6338"/>
                  </a:cubicBezTo>
                  <a:cubicBezTo>
                    <a:pt x="3837" y="3102"/>
                    <a:pt x="4304" y="0"/>
                    <a:pt x="4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2200075" y="2348800"/>
              <a:ext cx="581275" cy="2002275"/>
            </a:xfrm>
            <a:custGeom>
              <a:avLst/>
              <a:gdLst/>
              <a:ahLst/>
              <a:cxnLst/>
              <a:rect l="l" t="t" r="r" b="b"/>
              <a:pathLst>
                <a:path w="23251" h="80091" extrusionOk="0">
                  <a:moveTo>
                    <a:pt x="11642" y="0"/>
                  </a:moveTo>
                  <a:cubicBezTo>
                    <a:pt x="11642" y="0"/>
                    <a:pt x="8306" y="26119"/>
                    <a:pt x="6772" y="37427"/>
                  </a:cubicBezTo>
                  <a:cubicBezTo>
                    <a:pt x="4771" y="52171"/>
                    <a:pt x="1" y="78623"/>
                    <a:pt x="1" y="78623"/>
                  </a:cubicBezTo>
                  <a:lnTo>
                    <a:pt x="5871" y="80091"/>
                  </a:lnTo>
                  <a:cubicBezTo>
                    <a:pt x="5871" y="80091"/>
                    <a:pt x="14511" y="47167"/>
                    <a:pt x="16879" y="36660"/>
                  </a:cubicBezTo>
                  <a:cubicBezTo>
                    <a:pt x="19014" y="27053"/>
                    <a:pt x="23250" y="0"/>
                    <a:pt x="232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2182575" y="4279350"/>
              <a:ext cx="196825" cy="96750"/>
            </a:xfrm>
            <a:custGeom>
              <a:avLst/>
              <a:gdLst/>
              <a:ahLst/>
              <a:cxnLst/>
              <a:rect l="l" t="t" r="r" b="b"/>
              <a:pathLst>
                <a:path w="7873" h="3870" extrusionOk="0">
                  <a:moveTo>
                    <a:pt x="300" y="0"/>
                  </a:moveTo>
                  <a:lnTo>
                    <a:pt x="0" y="2102"/>
                  </a:lnTo>
                  <a:lnTo>
                    <a:pt x="6972" y="3869"/>
                  </a:lnTo>
                  <a:cubicBezTo>
                    <a:pt x="6972" y="3869"/>
                    <a:pt x="7872" y="1668"/>
                    <a:pt x="7839" y="1668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2592850" y="2648175"/>
              <a:ext cx="139300" cy="637150"/>
            </a:xfrm>
            <a:custGeom>
              <a:avLst/>
              <a:gdLst/>
              <a:ahLst/>
              <a:cxnLst/>
              <a:rect l="l" t="t" r="r" b="b"/>
              <a:pathLst>
                <a:path w="5572" h="25486" extrusionOk="0">
                  <a:moveTo>
                    <a:pt x="4237" y="0"/>
                  </a:moveTo>
                  <a:cubicBezTo>
                    <a:pt x="1" y="567"/>
                    <a:pt x="901" y="16679"/>
                    <a:pt x="1001" y="25485"/>
                  </a:cubicBezTo>
                  <a:cubicBezTo>
                    <a:pt x="1001" y="25385"/>
                    <a:pt x="1035" y="25285"/>
                    <a:pt x="1035" y="25185"/>
                  </a:cubicBezTo>
                  <a:cubicBezTo>
                    <a:pt x="1102" y="25018"/>
                    <a:pt x="1135" y="24851"/>
                    <a:pt x="1168" y="24685"/>
                  </a:cubicBezTo>
                  <a:cubicBezTo>
                    <a:pt x="2369" y="19348"/>
                    <a:pt x="4204" y="8673"/>
                    <a:pt x="5571" y="200"/>
                  </a:cubicBezTo>
                  <a:cubicBezTo>
                    <a:pt x="5138" y="100"/>
                    <a:pt x="4704" y="34"/>
                    <a:pt x="4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2645400" y="2348800"/>
              <a:ext cx="296075" cy="2028125"/>
            </a:xfrm>
            <a:custGeom>
              <a:avLst/>
              <a:gdLst/>
              <a:ahLst/>
              <a:cxnLst/>
              <a:rect l="l" t="t" r="r" b="b"/>
              <a:pathLst>
                <a:path w="11843" h="81125" extrusionOk="0">
                  <a:moveTo>
                    <a:pt x="0" y="0"/>
                  </a:moveTo>
                  <a:cubicBezTo>
                    <a:pt x="0" y="0"/>
                    <a:pt x="1401" y="24818"/>
                    <a:pt x="1835" y="36259"/>
                  </a:cubicBezTo>
                  <a:cubicBezTo>
                    <a:pt x="2202" y="46767"/>
                    <a:pt x="4070" y="81125"/>
                    <a:pt x="4070" y="81125"/>
                  </a:cubicBezTo>
                  <a:lnTo>
                    <a:pt x="9807" y="81125"/>
                  </a:lnTo>
                  <a:cubicBezTo>
                    <a:pt x="9807" y="81125"/>
                    <a:pt x="11242" y="46133"/>
                    <a:pt x="11508" y="35459"/>
                  </a:cubicBezTo>
                  <a:cubicBezTo>
                    <a:pt x="11742" y="25185"/>
                    <a:pt x="11842" y="0"/>
                    <a:pt x="118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2910575" y="2358800"/>
              <a:ext cx="130950" cy="159300"/>
            </a:xfrm>
            <a:custGeom>
              <a:avLst/>
              <a:gdLst/>
              <a:ahLst/>
              <a:cxnLst/>
              <a:rect l="l" t="t" r="r" b="b"/>
              <a:pathLst>
                <a:path w="5238" h="6372" extrusionOk="0">
                  <a:moveTo>
                    <a:pt x="1" y="0"/>
                  </a:moveTo>
                  <a:cubicBezTo>
                    <a:pt x="1" y="1"/>
                    <a:pt x="301" y="3169"/>
                    <a:pt x="668" y="6372"/>
                  </a:cubicBezTo>
                  <a:cubicBezTo>
                    <a:pt x="1402" y="4337"/>
                    <a:pt x="5238" y="1501"/>
                    <a:pt x="4604" y="834"/>
                  </a:cubicBezTo>
                  <a:cubicBezTo>
                    <a:pt x="3970" y="167"/>
                    <a:pt x="668" y="36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2910575" y="2358800"/>
              <a:ext cx="130950" cy="159300"/>
            </a:xfrm>
            <a:custGeom>
              <a:avLst/>
              <a:gdLst/>
              <a:ahLst/>
              <a:cxnLst/>
              <a:rect l="l" t="t" r="r" b="b"/>
              <a:pathLst>
                <a:path w="5238" h="6372" extrusionOk="0">
                  <a:moveTo>
                    <a:pt x="1" y="0"/>
                  </a:moveTo>
                  <a:cubicBezTo>
                    <a:pt x="1" y="1"/>
                    <a:pt x="301" y="3169"/>
                    <a:pt x="668" y="6372"/>
                  </a:cubicBezTo>
                  <a:cubicBezTo>
                    <a:pt x="1402" y="4337"/>
                    <a:pt x="5238" y="1501"/>
                    <a:pt x="4604" y="834"/>
                  </a:cubicBezTo>
                  <a:cubicBezTo>
                    <a:pt x="3970" y="167"/>
                    <a:pt x="668" y="36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2730450" y="4320200"/>
              <a:ext cx="186825" cy="59225"/>
            </a:xfrm>
            <a:custGeom>
              <a:avLst/>
              <a:gdLst/>
              <a:ahLst/>
              <a:cxnLst/>
              <a:rect l="l" t="t" r="r" b="b"/>
              <a:pathLst>
                <a:path w="7473" h="2369" extrusionOk="0">
                  <a:moveTo>
                    <a:pt x="7473" y="1"/>
                  </a:moveTo>
                  <a:lnTo>
                    <a:pt x="1" y="267"/>
                  </a:lnTo>
                  <a:lnTo>
                    <a:pt x="234" y="2369"/>
                  </a:lnTo>
                  <a:lnTo>
                    <a:pt x="7172" y="2369"/>
                  </a:lnTo>
                  <a:cubicBezTo>
                    <a:pt x="7172" y="2369"/>
                    <a:pt x="7473" y="1"/>
                    <a:pt x="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2843025" y="1678300"/>
              <a:ext cx="314425" cy="654675"/>
            </a:xfrm>
            <a:custGeom>
              <a:avLst/>
              <a:gdLst/>
              <a:ahLst/>
              <a:cxnLst/>
              <a:rect l="l" t="t" r="r" b="b"/>
              <a:pathLst>
                <a:path w="12577" h="26187" extrusionOk="0">
                  <a:moveTo>
                    <a:pt x="4004" y="1"/>
                  </a:moveTo>
                  <a:lnTo>
                    <a:pt x="1" y="3203"/>
                  </a:lnTo>
                  <a:cubicBezTo>
                    <a:pt x="768" y="4271"/>
                    <a:pt x="1569" y="5305"/>
                    <a:pt x="2336" y="6339"/>
                  </a:cubicBezTo>
                  <a:cubicBezTo>
                    <a:pt x="3103" y="7406"/>
                    <a:pt x="3837" y="8474"/>
                    <a:pt x="4537" y="9541"/>
                  </a:cubicBezTo>
                  <a:cubicBezTo>
                    <a:pt x="5271" y="10609"/>
                    <a:pt x="5938" y="11676"/>
                    <a:pt x="6539" y="12777"/>
                  </a:cubicBezTo>
                  <a:cubicBezTo>
                    <a:pt x="7089" y="13724"/>
                    <a:pt x="7555" y="14726"/>
                    <a:pt x="7962" y="15759"/>
                  </a:cubicBezTo>
                  <a:lnTo>
                    <a:pt x="7962" y="15759"/>
                  </a:lnTo>
                  <a:cubicBezTo>
                    <a:pt x="7938" y="16356"/>
                    <a:pt x="7875" y="16968"/>
                    <a:pt x="7773" y="17580"/>
                  </a:cubicBezTo>
                  <a:cubicBezTo>
                    <a:pt x="7673" y="18381"/>
                    <a:pt x="7506" y="19248"/>
                    <a:pt x="7373" y="20082"/>
                  </a:cubicBezTo>
                  <a:cubicBezTo>
                    <a:pt x="7206" y="20949"/>
                    <a:pt x="7039" y="21817"/>
                    <a:pt x="6872" y="22684"/>
                  </a:cubicBezTo>
                  <a:lnTo>
                    <a:pt x="6339" y="25252"/>
                  </a:lnTo>
                  <a:lnTo>
                    <a:pt x="8707" y="26186"/>
                  </a:lnTo>
                  <a:cubicBezTo>
                    <a:pt x="9174" y="25352"/>
                    <a:pt x="9574" y="24518"/>
                    <a:pt x="9975" y="23685"/>
                  </a:cubicBezTo>
                  <a:cubicBezTo>
                    <a:pt x="10375" y="22851"/>
                    <a:pt x="10742" y="21983"/>
                    <a:pt x="11042" y="21116"/>
                  </a:cubicBezTo>
                  <a:cubicBezTo>
                    <a:pt x="11376" y="20249"/>
                    <a:pt x="11709" y="19348"/>
                    <a:pt x="11943" y="18414"/>
                  </a:cubicBezTo>
                  <a:cubicBezTo>
                    <a:pt x="12210" y="17447"/>
                    <a:pt x="12443" y="16446"/>
                    <a:pt x="12543" y="15445"/>
                  </a:cubicBezTo>
                  <a:lnTo>
                    <a:pt x="12577" y="15112"/>
                  </a:lnTo>
                  <a:lnTo>
                    <a:pt x="12443" y="14645"/>
                  </a:lnTo>
                  <a:cubicBezTo>
                    <a:pt x="12043" y="13210"/>
                    <a:pt x="11509" y="11843"/>
                    <a:pt x="10842" y="10508"/>
                  </a:cubicBezTo>
                  <a:cubicBezTo>
                    <a:pt x="10242" y="9241"/>
                    <a:pt x="9541" y="7973"/>
                    <a:pt x="8807" y="6772"/>
                  </a:cubicBezTo>
                  <a:cubicBezTo>
                    <a:pt x="8073" y="5572"/>
                    <a:pt x="7306" y="4437"/>
                    <a:pt x="6506" y="3303"/>
                  </a:cubicBezTo>
                  <a:cubicBezTo>
                    <a:pt x="5672" y="2169"/>
                    <a:pt x="4871" y="1068"/>
                    <a:pt x="4004" y="1"/>
                  </a:cubicBezTo>
                  <a:close/>
                </a:path>
              </a:pathLst>
            </a:custGeom>
            <a:solidFill>
              <a:srgbClr val="B6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2765475" y="1604600"/>
              <a:ext cx="296075" cy="346425"/>
            </a:xfrm>
            <a:custGeom>
              <a:avLst/>
              <a:gdLst/>
              <a:ahLst/>
              <a:cxnLst/>
              <a:rect l="l" t="t" r="r" b="b"/>
              <a:pathLst>
                <a:path w="11843" h="13857" extrusionOk="0">
                  <a:moveTo>
                    <a:pt x="3283" y="0"/>
                  </a:moveTo>
                  <a:cubicBezTo>
                    <a:pt x="1221" y="0"/>
                    <a:pt x="56" y="1849"/>
                    <a:pt x="34" y="4150"/>
                  </a:cubicBezTo>
                  <a:cubicBezTo>
                    <a:pt x="1" y="8987"/>
                    <a:pt x="5204" y="13857"/>
                    <a:pt x="5204" y="13857"/>
                  </a:cubicBezTo>
                  <a:lnTo>
                    <a:pt x="11842" y="8319"/>
                  </a:lnTo>
                  <a:cubicBezTo>
                    <a:pt x="10975" y="5751"/>
                    <a:pt x="9441" y="3516"/>
                    <a:pt x="7339" y="1815"/>
                  </a:cubicBezTo>
                  <a:cubicBezTo>
                    <a:pt x="5755" y="533"/>
                    <a:pt x="4390" y="0"/>
                    <a:pt x="32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2994800" y="1772550"/>
              <a:ext cx="26725" cy="27550"/>
            </a:xfrm>
            <a:custGeom>
              <a:avLst/>
              <a:gdLst/>
              <a:ahLst/>
              <a:cxnLst/>
              <a:rect l="l" t="t" r="r" b="b"/>
              <a:pathLst>
                <a:path w="1069" h="1102" extrusionOk="0">
                  <a:moveTo>
                    <a:pt x="501" y="0"/>
                  </a:moveTo>
                  <a:cubicBezTo>
                    <a:pt x="201" y="34"/>
                    <a:pt x="1" y="267"/>
                    <a:pt x="68" y="567"/>
                  </a:cubicBezTo>
                  <a:cubicBezTo>
                    <a:pt x="68" y="834"/>
                    <a:pt x="268" y="1101"/>
                    <a:pt x="568" y="1101"/>
                  </a:cubicBezTo>
                  <a:cubicBezTo>
                    <a:pt x="868" y="1101"/>
                    <a:pt x="1068" y="834"/>
                    <a:pt x="1035" y="567"/>
                  </a:cubicBezTo>
                  <a:cubicBezTo>
                    <a:pt x="1002" y="267"/>
                    <a:pt x="801" y="34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3"/>
            <p:cNvSpPr/>
            <p:nvPr/>
          </p:nvSpPr>
          <p:spPr>
            <a:xfrm>
              <a:off x="2878050" y="1719175"/>
              <a:ext cx="25875" cy="27550"/>
            </a:xfrm>
            <a:custGeom>
              <a:avLst/>
              <a:gdLst/>
              <a:ahLst/>
              <a:cxnLst/>
              <a:rect l="l" t="t" r="r" b="b"/>
              <a:pathLst>
                <a:path w="1035" h="1102" extrusionOk="0">
                  <a:moveTo>
                    <a:pt x="501" y="0"/>
                  </a:moveTo>
                  <a:cubicBezTo>
                    <a:pt x="201" y="0"/>
                    <a:pt x="1" y="267"/>
                    <a:pt x="34" y="534"/>
                  </a:cubicBezTo>
                  <a:cubicBezTo>
                    <a:pt x="34" y="834"/>
                    <a:pt x="268" y="1068"/>
                    <a:pt x="568" y="1101"/>
                  </a:cubicBezTo>
                  <a:cubicBezTo>
                    <a:pt x="835" y="1068"/>
                    <a:pt x="1035" y="834"/>
                    <a:pt x="1002" y="534"/>
                  </a:cubicBezTo>
                  <a:cubicBezTo>
                    <a:pt x="1002" y="234"/>
                    <a:pt x="768" y="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3"/>
            <p:cNvSpPr/>
            <p:nvPr/>
          </p:nvSpPr>
          <p:spPr>
            <a:xfrm>
              <a:off x="2887225" y="1856775"/>
              <a:ext cx="26725" cy="27550"/>
            </a:xfrm>
            <a:custGeom>
              <a:avLst/>
              <a:gdLst/>
              <a:ahLst/>
              <a:cxnLst/>
              <a:rect l="l" t="t" r="r" b="b"/>
              <a:pathLst>
                <a:path w="1069" h="1102" extrusionOk="0">
                  <a:moveTo>
                    <a:pt x="501" y="0"/>
                  </a:moveTo>
                  <a:cubicBezTo>
                    <a:pt x="234" y="0"/>
                    <a:pt x="1" y="267"/>
                    <a:pt x="68" y="534"/>
                  </a:cubicBezTo>
                  <a:cubicBezTo>
                    <a:pt x="68" y="834"/>
                    <a:pt x="301" y="1068"/>
                    <a:pt x="568" y="1101"/>
                  </a:cubicBezTo>
                  <a:cubicBezTo>
                    <a:pt x="868" y="1068"/>
                    <a:pt x="1068" y="834"/>
                    <a:pt x="1035" y="534"/>
                  </a:cubicBezTo>
                  <a:cubicBezTo>
                    <a:pt x="1002" y="267"/>
                    <a:pt x="801" y="34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3"/>
            <p:cNvSpPr/>
            <p:nvPr/>
          </p:nvSpPr>
          <p:spPr>
            <a:xfrm>
              <a:off x="2897250" y="1994375"/>
              <a:ext cx="25875" cy="27550"/>
            </a:xfrm>
            <a:custGeom>
              <a:avLst/>
              <a:gdLst/>
              <a:ahLst/>
              <a:cxnLst/>
              <a:rect l="l" t="t" r="r" b="b"/>
              <a:pathLst>
                <a:path w="1035" h="1102" extrusionOk="0">
                  <a:moveTo>
                    <a:pt x="500" y="0"/>
                  </a:moveTo>
                  <a:cubicBezTo>
                    <a:pt x="200" y="0"/>
                    <a:pt x="0" y="267"/>
                    <a:pt x="33" y="567"/>
                  </a:cubicBezTo>
                  <a:cubicBezTo>
                    <a:pt x="33" y="834"/>
                    <a:pt x="267" y="1068"/>
                    <a:pt x="567" y="1101"/>
                  </a:cubicBezTo>
                  <a:cubicBezTo>
                    <a:pt x="834" y="1101"/>
                    <a:pt x="1034" y="834"/>
                    <a:pt x="1001" y="567"/>
                  </a:cubicBezTo>
                  <a:cubicBezTo>
                    <a:pt x="1001" y="267"/>
                    <a:pt x="767" y="34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3"/>
            <p:cNvSpPr/>
            <p:nvPr/>
          </p:nvSpPr>
          <p:spPr>
            <a:xfrm>
              <a:off x="2906425" y="2131975"/>
              <a:ext cx="26700" cy="27550"/>
            </a:xfrm>
            <a:custGeom>
              <a:avLst/>
              <a:gdLst/>
              <a:ahLst/>
              <a:cxnLst/>
              <a:rect l="l" t="t" r="r" b="b"/>
              <a:pathLst>
                <a:path w="1068" h="1102" extrusionOk="0">
                  <a:moveTo>
                    <a:pt x="500" y="0"/>
                  </a:moveTo>
                  <a:cubicBezTo>
                    <a:pt x="200" y="0"/>
                    <a:pt x="0" y="267"/>
                    <a:pt x="67" y="567"/>
                  </a:cubicBezTo>
                  <a:cubicBezTo>
                    <a:pt x="67" y="834"/>
                    <a:pt x="300" y="1068"/>
                    <a:pt x="567" y="1101"/>
                  </a:cubicBezTo>
                  <a:cubicBezTo>
                    <a:pt x="867" y="1101"/>
                    <a:pt x="1067" y="834"/>
                    <a:pt x="1034" y="567"/>
                  </a:cubicBezTo>
                  <a:cubicBezTo>
                    <a:pt x="1001" y="267"/>
                    <a:pt x="801" y="34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3"/>
            <p:cNvSpPr/>
            <p:nvPr/>
          </p:nvSpPr>
          <p:spPr>
            <a:xfrm>
              <a:off x="2885575" y="2269575"/>
              <a:ext cx="26700" cy="27525"/>
            </a:xfrm>
            <a:custGeom>
              <a:avLst/>
              <a:gdLst/>
              <a:ahLst/>
              <a:cxnLst/>
              <a:rect l="l" t="t" r="r" b="b"/>
              <a:pathLst>
                <a:path w="1068" h="1101" extrusionOk="0">
                  <a:moveTo>
                    <a:pt x="500" y="0"/>
                  </a:moveTo>
                  <a:cubicBezTo>
                    <a:pt x="200" y="0"/>
                    <a:pt x="0" y="267"/>
                    <a:pt x="33" y="534"/>
                  </a:cubicBezTo>
                  <a:cubicBezTo>
                    <a:pt x="33" y="834"/>
                    <a:pt x="267" y="1068"/>
                    <a:pt x="567" y="1101"/>
                  </a:cubicBezTo>
                  <a:cubicBezTo>
                    <a:pt x="834" y="1068"/>
                    <a:pt x="1068" y="834"/>
                    <a:pt x="1001" y="534"/>
                  </a:cubicBezTo>
                  <a:cubicBezTo>
                    <a:pt x="1001" y="267"/>
                    <a:pt x="767" y="0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3"/>
            <p:cNvSpPr/>
            <p:nvPr/>
          </p:nvSpPr>
          <p:spPr>
            <a:xfrm>
              <a:off x="2751300" y="1626600"/>
              <a:ext cx="25875" cy="28375"/>
            </a:xfrm>
            <a:custGeom>
              <a:avLst/>
              <a:gdLst/>
              <a:ahLst/>
              <a:cxnLst/>
              <a:rect l="l" t="t" r="r" b="b"/>
              <a:pathLst>
                <a:path w="1035" h="1135" extrusionOk="0">
                  <a:moveTo>
                    <a:pt x="468" y="1"/>
                  </a:moveTo>
                  <a:cubicBezTo>
                    <a:pt x="201" y="34"/>
                    <a:pt x="1" y="301"/>
                    <a:pt x="34" y="568"/>
                  </a:cubicBezTo>
                  <a:cubicBezTo>
                    <a:pt x="34" y="868"/>
                    <a:pt x="267" y="1102"/>
                    <a:pt x="568" y="1135"/>
                  </a:cubicBezTo>
                  <a:cubicBezTo>
                    <a:pt x="835" y="1102"/>
                    <a:pt x="1035" y="835"/>
                    <a:pt x="1001" y="568"/>
                  </a:cubicBezTo>
                  <a:cubicBezTo>
                    <a:pt x="1001" y="268"/>
                    <a:pt x="768" y="34"/>
                    <a:pt x="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2760475" y="1765050"/>
              <a:ext cx="26700" cy="27525"/>
            </a:xfrm>
            <a:custGeom>
              <a:avLst/>
              <a:gdLst/>
              <a:ahLst/>
              <a:cxnLst/>
              <a:rect l="l" t="t" r="r" b="b"/>
              <a:pathLst>
                <a:path w="1068" h="1101" extrusionOk="0">
                  <a:moveTo>
                    <a:pt x="501" y="0"/>
                  </a:moveTo>
                  <a:cubicBezTo>
                    <a:pt x="201" y="0"/>
                    <a:pt x="1" y="267"/>
                    <a:pt x="67" y="534"/>
                  </a:cubicBezTo>
                  <a:cubicBezTo>
                    <a:pt x="67" y="834"/>
                    <a:pt x="267" y="1067"/>
                    <a:pt x="568" y="1101"/>
                  </a:cubicBezTo>
                  <a:cubicBezTo>
                    <a:pt x="868" y="1067"/>
                    <a:pt x="1068" y="834"/>
                    <a:pt x="1035" y="534"/>
                  </a:cubicBezTo>
                  <a:cubicBezTo>
                    <a:pt x="1001" y="267"/>
                    <a:pt x="801" y="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3"/>
            <p:cNvSpPr/>
            <p:nvPr/>
          </p:nvSpPr>
          <p:spPr>
            <a:xfrm>
              <a:off x="2770475" y="1902625"/>
              <a:ext cx="25875" cy="27550"/>
            </a:xfrm>
            <a:custGeom>
              <a:avLst/>
              <a:gdLst/>
              <a:ahLst/>
              <a:cxnLst/>
              <a:rect l="l" t="t" r="r" b="b"/>
              <a:pathLst>
                <a:path w="1035" h="1102" extrusionOk="0">
                  <a:moveTo>
                    <a:pt x="468" y="1"/>
                  </a:moveTo>
                  <a:cubicBezTo>
                    <a:pt x="201" y="1"/>
                    <a:pt x="1" y="268"/>
                    <a:pt x="34" y="568"/>
                  </a:cubicBezTo>
                  <a:cubicBezTo>
                    <a:pt x="34" y="835"/>
                    <a:pt x="268" y="1068"/>
                    <a:pt x="568" y="1102"/>
                  </a:cubicBezTo>
                  <a:cubicBezTo>
                    <a:pt x="835" y="1102"/>
                    <a:pt x="1035" y="835"/>
                    <a:pt x="1002" y="568"/>
                  </a:cubicBezTo>
                  <a:cubicBezTo>
                    <a:pt x="1002" y="268"/>
                    <a:pt x="768" y="34"/>
                    <a:pt x="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3"/>
            <p:cNvSpPr/>
            <p:nvPr/>
          </p:nvSpPr>
          <p:spPr>
            <a:xfrm>
              <a:off x="2779650" y="2040225"/>
              <a:ext cx="26725" cy="27550"/>
            </a:xfrm>
            <a:custGeom>
              <a:avLst/>
              <a:gdLst/>
              <a:ahLst/>
              <a:cxnLst/>
              <a:rect l="l" t="t" r="r" b="b"/>
              <a:pathLst>
                <a:path w="1069" h="1102" extrusionOk="0">
                  <a:moveTo>
                    <a:pt x="501" y="1"/>
                  </a:moveTo>
                  <a:cubicBezTo>
                    <a:pt x="201" y="1"/>
                    <a:pt x="1" y="268"/>
                    <a:pt x="67" y="568"/>
                  </a:cubicBezTo>
                  <a:cubicBezTo>
                    <a:pt x="67" y="835"/>
                    <a:pt x="268" y="1068"/>
                    <a:pt x="568" y="1102"/>
                  </a:cubicBezTo>
                  <a:cubicBezTo>
                    <a:pt x="868" y="1102"/>
                    <a:pt x="1068" y="835"/>
                    <a:pt x="1001" y="568"/>
                  </a:cubicBezTo>
                  <a:cubicBezTo>
                    <a:pt x="1001" y="268"/>
                    <a:pt x="801" y="34"/>
                    <a:pt x="5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2789675" y="2177825"/>
              <a:ext cx="25875" cy="27550"/>
            </a:xfrm>
            <a:custGeom>
              <a:avLst/>
              <a:gdLst/>
              <a:ahLst/>
              <a:cxnLst/>
              <a:rect l="l" t="t" r="r" b="b"/>
              <a:pathLst>
                <a:path w="1035" h="1102" extrusionOk="0">
                  <a:moveTo>
                    <a:pt x="467" y="1"/>
                  </a:moveTo>
                  <a:cubicBezTo>
                    <a:pt x="200" y="34"/>
                    <a:pt x="0" y="268"/>
                    <a:pt x="33" y="568"/>
                  </a:cubicBezTo>
                  <a:cubicBezTo>
                    <a:pt x="33" y="835"/>
                    <a:pt x="267" y="1102"/>
                    <a:pt x="567" y="1102"/>
                  </a:cubicBezTo>
                  <a:cubicBezTo>
                    <a:pt x="834" y="1102"/>
                    <a:pt x="1034" y="835"/>
                    <a:pt x="1001" y="568"/>
                  </a:cubicBezTo>
                  <a:cubicBezTo>
                    <a:pt x="1001" y="268"/>
                    <a:pt x="767" y="34"/>
                    <a:pt x="4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2675425" y="2269575"/>
              <a:ext cx="26700" cy="28375"/>
            </a:xfrm>
            <a:custGeom>
              <a:avLst/>
              <a:gdLst/>
              <a:ahLst/>
              <a:cxnLst/>
              <a:rect l="l" t="t" r="r" b="b"/>
              <a:pathLst>
                <a:path w="1068" h="1135" extrusionOk="0">
                  <a:moveTo>
                    <a:pt x="500" y="0"/>
                  </a:moveTo>
                  <a:cubicBezTo>
                    <a:pt x="200" y="34"/>
                    <a:pt x="0" y="267"/>
                    <a:pt x="33" y="567"/>
                  </a:cubicBezTo>
                  <a:cubicBezTo>
                    <a:pt x="33" y="867"/>
                    <a:pt x="267" y="1101"/>
                    <a:pt x="567" y="1134"/>
                  </a:cubicBezTo>
                  <a:cubicBezTo>
                    <a:pt x="834" y="1101"/>
                    <a:pt x="1068" y="834"/>
                    <a:pt x="1001" y="567"/>
                  </a:cubicBezTo>
                  <a:cubicBezTo>
                    <a:pt x="1001" y="267"/>
                    <a:pt x="767" y="34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2666250" y="2131975"/>
              <a:ext cx="25875" cy="27550"/>
            </a:xfrm>
            <a:custGeom>
              <a:avLst/>
              <a:gdLst/>
              <a:ahLst/>
              <a:cxnLst/>
              <a:rect l="l" t="t" r="r" b="b"/>
              <a:pathLst>
                <a:path w="1035" h="1102" extrusionOk="0">
                  <a:moveTo>
                    <a:pt x="467" y="0"/>
                  </a:moveTo>
                  <a:cubicBezTo>
                    <a:pt x="200" y="0"/>
                    <a:pt x="0" y="267"/>
                    <a:pt x="34" y="567"/>
                  </a:cubicBezTo>
                  <a:cubicBezTo>
                    <a:pt x="34" y="834"/>
                    <a:pt x="267" y="1068"/>
                    <a:pt x="567" y="1101"/>
                  </a:cubicBezTo>
                  <a:cubicBezTo>
                    <a:pt x="834" y="1101"/>
                    <a:pt x="1034" y="834"/>
                    <a:pt x="1001" y="567"/>
                  </a:cubicBezTo>
                  <a:cubicBezTo>
                    <a:pt x="1001" y="267"/>
                    <a:pt x="767" y="34"/>
                    <a:pt x="4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2656225" y="1994375"/>
              <a:ext cx="26725" cy="27550"/>
            </a:xfrm>
            <a:custGeom>
              <a:avLst/>
              <a:gdLst/>
              <a:ahLst/>
              <a:cxnLst/>
              <a:rect l="l" t="t" r="r" b="b"/>
              <a:pathLst>
                <a:path w="1069" h="1102" extrusionOk="0">
                  <a:moveTo>
                    <a:pt x="501" y="0"/>
                  </a:moveTo>
                  <a:cubicBezTo>
                    <a:pt x="201" y="0"/>
                    <a:pt x="1" y="267"/>
                    <a:pt x="34" y="567"/>
                  </a:cubicBezTo>
                  <a:cubicBezTo>
                    <a:pt x="34" y="834"/>
                    <a:pt x="268" y="1068"/>
                    <a:pt x="568" y="1101"/>
                  </a:cubicBezTo>
                  <a:cubicBezTo>
                    <a:pt x="835" y="1101"/>
                    <a:pt x="1068" y="834"/>
                    <a:pt x="1002" y="567"/>
                  </a:cubicBezTo>
                  <a:cubicBezTo>
                    <a:pt x="1002" y="267"/>
                    <a:pt x="768" y="34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2646225" y="1856775"/>
              <a:ext cx="26725" cy="27550"/>
            </a:xfrm>
            <a:custGeom>
              <a:avLst/>
              <a:gdLst/>
              <a:ahLst/>
              <a:cxnLst/>
              <a:rect l="l" t="t" r="r" b="b"/>
              <a:pathLst>
                <a:path w="1069" h="1102" extrusionOk="0">
                  <a:moveTo>
                    <a:pt x="501" y="0"/>
                  </a:moveTo>
                  <a:cubicBezTo>
                    <a:pt x="234" y="0"/>
                    <a:pt x="1" y="267"/>
                    <a:pt x="67" y="534"/>
                  </a:cubicBezTo>
                  <a:cubicBezTo>
                    <a:pt x="67" y="834"/>
                    <a:pt x="301" y="1068"/>
                    <a:pt x="568" y="1101"/>
                  </a:cubicBezTo>
                  <a:cubicBezTo>
                    <a:pt x="868" y="1068"/>
                    <a:pt x="1068" y="834"/>
                    <a:pt x="1035" y="534"/>
                  </a:cubicBezTo>
                  <a:cubicBezTo>
                    <a:pt x="1035" y="267"/>
                    <a:pt x="801" y="34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2637050" y="1719175"/>
              <a:ext cx="26725" cy="27550"/>
            </a:xfrm>
            <a:custGeom>
              <a:avLst/>
              <a:gdLst/>
              <a:ahLst/>
              <a:cxnLst/>
              <a:rect l="l" t="t" r="r" b="b"/>
              <a:pathLst>
                <a:path w="1069" h="1102" extrusionOk="0">
                  <a:moveTo>
                    <a:pt x="501" y="0"/>
                  </a:moveTo>
                  <a:cubicBezTo>
                    <a:pt x="201" y="0"/>
                    <a:pt x="1" y="267"/>
                    <a:pt x="34" y="534"/>
                  </a:cubicBezTo>
                  <a:cubicBezTo>
                    <a:pt x="34" y="834"/>
                    <a:pt x="268" y="1068"/>
                    <a:pt x="568" y="1101"/>
                  </a:cubicBezTo>
                  <a:cubicBezTo>
                    <a:pt x="835" y="1068"/>
                    <a:pt x="1068" y="834"/>
                    <a:pt x="1001" y="534"/>
                  </a:cubicBezTo>
                  <a:cubicBezTo>
                    <a:pt x="1001" y="234"/>
                    <a:pt x="768" y="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2548650" y="2177825"/>
              <a:ext cx="25875" cy="27550"/>
            </a:xfrm>
            <a:custGeom>
              <a:avLst/>
              <a:gdLst/>
              <a:ahLst/>
              <a:cxnLst/>
              <a:rect l="l" t="t" r="r" b="b"/>
              <a:pathLst>
                <a:path w="1035" h="1102" extrusionOk="0">
                  <a:moveTo>
                    <a:pt x="468" y="1"/>
                  </a:moveTo>
                  <a:cubicBezTo>
                    <a:pt x="201" y="34"/>
                    <a:pt x="1" y="268"/>
                    <a:pt x="34" y="568"/>
                  </a:cubicBezTo>
                  <a:cubicBezTo>
                    <a:pt x="34" y="835"/>
                    <a:pt x="268" y="1102"/>
                    <a:pt x="568" y="1102"/>
                  </a:cubicBezTo>
                  <a:cubicBezTo>
                    <a:pt x="835" y="1102"/>
                    <a:pt x="1035" y="835"/>
                    <a:pt x="1002" y="568"/>
                  </a:cubicBezTo>
                  <a:cubicBezTo>
                    <a:pt x="1002" y="268"/>
                    <a:pt x="768" y="34"/>
                    <a:pt x="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2538650" y="2040225"/>
              <a:ext cx="26700" cy="27550"/>
            </a:xfrm>
            <a:custGeom>
              <a:avLst/>
              <a:gdLst/>
              <a:ahLst/>
              <a:cxnLst/>
              <a:rect l="l" t="t" r="r" b="b"/>
              <a:pathLst>
                <a:path w="1068" h="1102" extrusionOk="0">
                  <a:moveTo>
                    <a:pt x="501" y="1"/>
                  </a:moveTo>
                  <a:cubicBezTo>
                    <a:pt x="201" y="1"/>
                    <a:pt x="1" y="268"/>
                    <a:pt x="67" y="568"/>
                  </a:cubicBezTo>
                  <a:cubicBezTo>
                    <a:pt x="67" y="835"/>
                    <a:pt x="301" y="1068"/>
                    <a:pt x="568" y="1102"/>
                  </a:cubicBezTo>
                  <a:cubicBezTo>
                    <a:pt x="868" y="1102"/>
                    <a:pt x="1068" y="835"/>
                    <a:pt x="1035" y="568"/>
                  </a:cubicBezTo>
                  <a:cubicBezTo>
                    <a:pt x="1001" y="268"/>
                    <a:pt x="801" y="34"/>
                    <a:pt x="5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2529475" y="1902625"/>
              <a:ext cx="25875" cy="27550"/>
            </a:xfrm>
            <a:custGeom>
              <a:avLst/>
              <a:gdLst/>
              <a:ahLst/>
              <a:cxnLst/>
              <a:rect l="l" t="t" r="r" b="b"/>
              <a:pathLst>
                <a:path w="1035" h="1102" extrusionOk="0">
                  <a:moveTo>
                    <a:pt x="468" y="1"/>
                  </a:moveTo>
                  <a:cubicBezTo>
                    <a:pt x="201" y="1"/>
                    <a:pt x="1" y="268"/>
                    <a:pt x="34" y="568"/>
                  </a:cubicBezTo>
                  <a:cubicBezTo>
                    <a:pt x="34" y="835"/>
                    <a:pt x="267" y="1068"/>
                    <a:pt x="568" y="1102"/>
                  </a:cubicBezTo>
                  <a:cubicBezTo>
                    <a:pt x="835" y="1102"/>
                    <a:pt x="1035" y="835"/>
                    <a:pt x="1001" y="568"/>
                  </a:cubicBezTo>
                  <a:cubicBezTo>
                    <a:pt x="1001" y="268"/>
                    <a:pt x="768" y="34"/>
                    <a:pt x="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2520300" y="1765050"/>
              <a:ext cx="25875" cy="27525"/>
            </a:xfrm>
            <a:custGeom>
              <a:avLst/>
              <a:gdLst/>
              <a:ahLst/>
              <a:cxnLst/>
              <a:rect l="l" t="t" r="r" b="b"/>
              <a:pathLst>
                <a:path w="1035" h="1101" extrusionOk="0">
                  <a:moveTo>
                    <a:pt x="468" y="0"/>
                  </a:moveTo>
                  <a:cubicBezTo>
                    <a:pt x="201" y="0"/>
                    <a:pt x="1" y="267"/>
                    <a:pt x="34" y="534"/>
                  </a:cubicBezTo>
                  <a:cubicBezTo>
                    <a:pt x="34" y="834"/>
                    <a:pt x="268" y="1067"/>
                    <a:pt x="568" y="1101"/>
                  </a:cubicBezTo>
                  <a:cubicBezTo>
                    <a:pt x="835" y="1067"/>
                    <a:pt x="1035" y="834"/>
                    <a:pt x="1001" y="534"/>
                  </a:cubicBezTo>
                  <a:cubicBezTo>
                    <a:pt x="1001" y="267"/>
                    <a:pt x="768" y="0"/>
                    <a:pt x="4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2510300" y="1626600"/>
              <a:ext cx="25875" cy="28375"/>
            </a:xfrm>
            <a:custGeom>
              <a:avLst/>
              <a:gdLst/>
              <a:ahLst/>
              <a:cxnLst/>
              <a:rect l="l" t="t" r="r" b="b"/>
              <a:pathLst>
                <a:path w="1035" h="1135" extrusionOk="0">
                  <a:moveTo>
                    <a:pt x="501" y="1"/>
                  </a:moveTo>
                  <a:cubicBezTo>
                    <a:pt x="201" y="34"/>
                    <a:pt x="0" y="301"/>
                    <a:pt x="34" y="568"/>
                  </a:cubicBezTo>
                  <a:cubicBezTo>
                    <a:pt x="34" y="868"/>
                    <a:pt x="267" y="1102"/>
                    <a:pt x="567" y="1135"/>
                  </a:cubicBezTo>
                  <a:cubicBezTo>
                    <a:pt x="834" y="1102"/>
                    <a:pt x="1034" y="835"/>
                    <a:pt x="1001" y="568"/>
                  </a:cubicBezTo>
                  <a:cubicBezTo>
                    <a:pt x="1001" y="268"/>
                    <a:pt x="768" y="34"/>
                    <a:pt x="5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2405225" y="1856775"/>
              <a:ext cx="26700" cy="27550"/>
            </a:xfrm>
            <a:custGeom>
              <a:avLst/>
              <a:gdLst/>
              <a:ahLst/>
              <a:cxnLst/>
              <a:rect l="l" t="t" r="r" b="b"/>
              <a:pathLst>
                <a:path w="1068" h="1102" extrusionOk="0">
                  <a:moveTo>
                    <a:pt x="501" y="0"/>
                  </a:moveTo>
                  <a:cubicBezTo>
                    <a:pt x="201" y="0"/>
                    <a:pt x="0" y="267"/>
                    <a:pt x="67" y="534"/>
                  </a:cubicBezTo>
                  <a:cubicBezTo>
                    <a:pt x="67" y="834"/>
                    <a:pt x="267" y="1068"/>
                    <a:pt x="567" y="1101"/>
                  </a:cubicBezTo>
                  <a:cubicBezTo>
                    <a:pt x="868" y="1068"/>
                    <a:pt x="1068" y="834"/>
                    <a:pt x="1034" y="534"/>
                  </a:cubicBezTo>
                  <a:cubicBezTo>
                    <a:pt x="1001" y="267"/>
                    <a:pt x="801" y="34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2396050" y="1719175"/>
              <a:ext cx="26700" cy="27550"/>
            </a:xfrm>
            <a:custGeom>
              <a:avLst/>
              <a:gdLst/>
              <a:ahLst/>
              <a:cxnLst/>
              <a:rect l="l" t="t" r="r" b="b"/>
              <a:pathLst>
                <a:path w="1068" h="1102" extrusionOk="0">
                  <a:moveTo>
                    <a:pt x="501" y="0"/>
                  </a:moveTo>
                  <a:cubicBezTo>
                    <a:pt x="201" y="0"/>
                    <a:pt x="0" y="267"/>
                    <a:pt x="34" y="534"/>
                  </a:cubicBezTo>
                  <a:cubicBezTo>
                    <a:pt x="67" y="834"/>
                    <a:pt x="267" y="1068"/>
                    <a:pt x="568" y="1101"/>
                  </a:cubicBezTo>
                  <a:cubicBezTo>
                    <a:pt x="834" y="1101"/>
                    <a:pt x="1068" y="834"/>
                    <a:pt x="1001" y="534"/>
                  </a:cubicBezTo>
                  <a:cubicBezTo>
                    <a:pt x="1001" y="234"/>
                    <a:pt x="768" y="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2973950" y="2282900"/>
              <a:ext cx="126800" cy="153725"/>
            </a:xfrm>
            <a:custGeom>
              <a:avLst/>
              <a:gdLst/>
              <a:ahLst/>
              <a:cxnLst/>
              <a:rect l="l" t="t" r="r" b="b"/>
              <a:pathLst>
                <a:path w="5072" h="6149" extrusionOk="0">
                  <a:moveTo>
                    <a:pt x="3670" y="1"/>
                  </a:moveTo>
                  <a:lnTo>
                    <a:pt x="1669" y="101"/>
                  </a:lnTo>
                  <a:cubicBezTo>
                    <a:pt x="1" y="1869"/>
                    <a:pt x="868" y="4271"/>
                    <a:pt x="868" y="4271"/>
                  </a:cubicBezTo>
                  <a:lnTo>
                    <a:pt x="1168" y="5371"/>
                  </a:lnTo>
                  <a:cubicBezTo>
                    <a:pt x="1279" y="5839"/>
                    <a:pt x="1684" y="6148"/>
                    <a:pt x="2141" y="6148"/>
                  </a:cubicBezTo>
                  <a:cubicBezTo>
                    <a:pt x="2238" y="6148"/>
                    <a:pt x="2337" y="6134"/>
                    <a:pt x="2436" y="6105"/>
                  </a:cubicBezTo>
                  <a:lnTo>
                    <a:pt x="4204" y="5638"/>
                  </a:lnTo>
                  <a:cubicBezTo>
                    <a:pt x="4638" y="5505"/>
                    <a:pt x="4938" y="5138"/>
                    <a:pt x="4971" y="4704"/>
                  </a:cubicBezTo>
                  <a:lnTo>
                    <a:pt x="5005" y="4404"/>
                  </a:lnTo>
                  <a:cubicBezTo>
                    <a:pt x="5071" y="3337"/>
                    <a:pt x="4871" y="2236"/>
                    <a:pt x="4337" y="1302"/>
                  </a:cubicBezTo>
                  <a:lnTo>
                    <a:pt x="3670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6" name="Google Shape;596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4"/>
          <p:cNvSpPr txBox="1">
            <a:spLocks noGrp="1"/>
          </p:cNvSpPr>
          <p:nvPr>
            <p:ph type="body" idx="1"/>
          </p:nvPr>
        </p:nvSpPr>
        <p:spPr>
          <a:xfrm>
            <a:off x="671750" y="127705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98% of the people that invest in the stock market losses their money</a:t>
            </a:r>
            <a:endParaRPr sz="1600"/>
          </a:p>
          <a:p>
            <a:pPr marL="45720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lot of factors affect stock market:</a:t>
            </a:r>
            <a:endParaRPr sz="1600"/>
          </a:p>
          <a:p>
            <a:pPr marL="914400" lvl="1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 large number of them are helpful in order to predict</a:t>
            </a:r>
            <a:endParaRPr sz="1600"/>
          </a:p>
          <a:p>
            <a:pPr marL="914400" lvl="1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Humans can’t process them efficiently before the data changes</a:t>
            </a:r>
            <a:endParaRPr sz="1600"/>
          </a:p>
          <a:p>
            <a:pPr marL="45720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1600"/>
              <a:t>There is no any tool for accurate and adaptive predictions</a:t>
            </a:r>
            <a:endParaRPr sz="1600"/>
          </a:p>
        </p:txBody>
      </p:sp>
      <p:sp>
        <p:nvSpPr>
          <p:cNvPr id="602" name="Google Shape;602;p34"/>
          <p:cNvSpPr txBox="1">
            <a:spLocks noGrp="1"/>
          </p:cNvSpPr>
          <p:nvPr>
            <p:ph type="title"/>
          </p:nvPr>
        </p:nvSpPr>
        <p:spPr>
          <a:xfrm>
            <a:off x="1243050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 of the problem</a:t>
            </a:r>
            <a:endParaRPr/>
          </a:p>
        </p:txBody>
      </p:sp>
      <p:sp>
        <p:nvSpPr>
          <p:cNvPr id="603" name="Google Shape;603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604" name="Google Shape;60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925" y="4444675"/>
            <a:ext cx="537450" cy="53745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34"/>
          <p:cNvSpPr txBox="1"/>
          <p:nvPr/>
        </p:nvSpPr>
        <p:spPr>
          <a:xfrm>
            <a:off x="826100" y="4536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Problem analysis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5"/>
          <p:cNvSpPr txBox="1">
            <a:spLocks noGrp="1"/>
          </p:cNvSpPr>
          <p:nvPr>
            <p:ph type="body" idx="1"/>
          </p:nvPr>
        </p:nvSpPr>
        <p:spPr>
          <a:xfrm>
            <a:off x="671750" y="127705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Develop a robust AI model for stock market predictions:</a:t>
            </a:r>
            <a:endParaRPr sz="1600"/>
          </a:p>
          <a:p>
            <a:pPr marL="914400" lvl="1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Obtain a real minimum accuracy of around 60%</a:t>
            </a:r>
            <a:endParaRPr sz="1600"/>
          </a:p>
          <a:p>
            <a:pPr marL="45720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Minimize investment risks through comprehensive risk assessment</a:t>
            </a:r>
            <a:endParaRPr sz="1600"/>
          </a:p>
          <a:p>
            <a:pPr marL="45720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Help users understand the stock market</a:t>
            </a:r>
            <a:endParaRPr sz="1600"/>
          </a:p>
          <a:p>
            <a:pPr marL="45720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1600"/>
              <a:t>Elaborate a recommendation system for the user with 80% of accuracy</a:t>
            </a:r>
            <a:endParaRPr/>
          </a:p>
        </p:txBody>
      </p:sp>
      <p:sp>
        <p:nvSpPr>
          <p:cNvPr id="611" name="Google Shape;611;p35"/>
          <p:cNvSpPr txBox="1">
            <a:spLocks noGrp="1"/>
          </p:cNvSpPr>
          <p:nvPr>
            <p:ph type="title"/>
          </p:nvPr>
        </p:nvSpPr>
        <p:spPr>
          <a:xfrm>
            <a:off x="1243050" y="522375"/>
            <a:ext cx="7576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612" name="Google Shape;612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613" name="Google Shape;6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925" y="4444675"/>
            <a:ext cx="537450" cy="53745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35"/>
          <p:cNvSpPr txBox="1"/>
          <p:nvPr/>
        </p:nvSpPr>
        <p:spPr>
          <a:xfrm>
            <a:off x="826100" y="4536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Problem analysis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6"/>
          <p:cNvSpPr txBox="1">
            <a:spLocks noGrp="1"/>
          </p:cNvSpPr>
          <p:nvPr>
            <p:ph type="body" idx="1"/>
          </p:nvPr>
        </p:nvSpPr>
        <p:spPr>
          <a:xfrm>
            <a:off x="671750" y="127705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Make accurate predictions of the future:</a:t>
            </a:r>
            <a:endParaRPr sz="1600"/>
          </a:p>
          <a:p>
            <a:pPr marL="914400" marR="0" lvl="1" indent="-3302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Analyze historical data	</a:t>
            </a:r>
            <a:endParaRPr sz="1600"/>
          </a:p>
          <a:p>
            <a:pPr marL="914400" marR="0" lvl="1" indent="-3302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Analyze external factors</a:t>
            </a:r>
            <a:endParaRPr sz="1600"/>
          </a:p>
          <a:p>
            <a:pPr marL="914400" marR="0" lvl="1" indent="-3302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Get and analyze data in real time</a:t>
            </a:r>
            <a:endParaRPr sz="1600"/>
          </a:p>
          <a:p>
            <a:pPr marL="457200" marR="0" lvl="0" indent="-3302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Visualize analyzed data</a:t>
            </a:r>
            <a:endParaRPr sz="1600"/>
          </a:p>
          <a:p>
            <a:pPr marL="457200" marR="0" lvl="0" indent="-330200" algn="l" rtl="0">
              <a:lnSpc>
                <a:spcPct val="170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1600"/>
              <a:t>Recommendation system for the user</a:t>
            </a:r>
            <a:endParaRPr sz="1600"/>
          </a:p>
        </p:txBody>
      </p:sp>
      <p:sp>
        <p:nvSpPr>
          <p:cNvPr id="620" name="Google Shape;620;p36"/>
          <p:cNvSpPr txBox="1">
            <a:spLocks noGrp="1"/>
          </p:cNvSpPr>
          <p:nvPr>
            <p:ph type="title"/>
          </p:nvPr>
        </p:nvSpPr>
        <p:spPr>
          <a:xfrm>
            <a:off x="1243050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Functionalities of the product</a:t>
            </a:r>
            <a:endParaRPr/>
          </a:p>
        </p:txBody>
      </p:sp>
      <p:sp>
        <p:nvSpPr>
          <p:cNvPr id="621" name="Google Shape;621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622" name="Google Shape;62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925" y="4444675"/>
            <a:ext cx="537450" cy="53745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6"/>
          <p:cNvSpPr txBox="1"/>
          <p:nvPr/>
        </p:nvSpPr>
        <p:spPr>
          <a:xfrm>
            <a:off x="826100" y="4536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Problem analysis</a:t>
            </a:r>
            <a:endParaRPr sz="1100"/>
          </a:p>
        </p:txBody>
      </p:sp>
      <p:pic>
        <p:nvPicPr>
          <p:cNvPr id="1026" name="Picture 2" descr="El Comercio: La Oferta y la Demanda: El IBEX 3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" t="2822" r="1670" b="1745"/>
          <a:stretch/>
        </p:blipFill>
        <p:spPr bwMode="auto">
          <a:xfrm>
            <a:off x="4932217" y="1849582"/>
            <a:ext cx="3816927" cy="2272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7"/>
          <p:cNvSpPr txBox="1">
            <a:spLocks noGrp="1"/>
          </p:cNvSpPr>
          <p:nvPr>
            <p:ph type="title"/>
          </p:nvPr>
        </p:nvSpPr>
        <p:spPr>
          <a:xfrm>
            <a:off x="2399600" y="2245488"/>
            <a:ext cx="3019200" cy="65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SDG GOALS</a:t>
            </a:r>
            <a:endParaRPr sz="4500"/>
          </a:p>
        </p:txBody>
      </p:sp>
      <p:sp>
        <p:nvSpPr>
          <p:cNvPr id="629" name="Google Shape;629;p37"/>
          <p:cNvSpPr txBox="1">
            <a:spLocks noGrp="1"/>
          </p:cNvSpPr>
          <p:nvPr>
            <p:ph type="title" idx="2"/>
          </p:nvPr>
        </p:nvSpPr>
        <p:spPr>
          <a:xfrm>
            <a:off x="218550" y="1467600"/>
            <a:ext cx="1968900" cy="22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0"/>
              <a:t>2</a:t>
            </a:r>
            <a:endParaRPr sz="20000"/>
          </a:p>
        </p:txBody>
      </p:sp>
      <p:pic>
        <p:nvPicPr>
          <p:cNvPr id="630" name="Google Shape;63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7425" y="580325"/>
            <a:ext cx="4077100" cy="40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8"/>
          <p:cNvSpPr txBox="1">
            <a:spLocks noGrp="1"/>
          </p:cNvSpPr>
          <p:nvPr>
            <p:ph type="title"/>
          </p:nvPr>
        </p:nvSpPr>
        <p:spPr>
          <a:xfrm>
            <a:off x="1243050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SDG alignment</a:t>
            </a:r>
            <a:endParaRPr/>
          </a:p>
        </p:txBody>
      </p:sp>
      <p:pic>
        <p:nvPicPr>
          <p:cNvPr id="637" name="Google Shape;63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425" y="1243862"/>
            <a:ext cx="1650630" cy="1606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6685" y="1243863"/>
            <a:ext cx="1650630" cy="160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7944" y="1243863"/>
            <a:ext cx="1650630" cy="160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7314" y="2850462"/>
            <a:ext cx="1650630" cy="16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6055" y="2850462"/>
            <a:ext cx="1650632" cy="16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643" name="Google Shape;643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94925" y="4444675"/>
            <a:ext cx="537450" cy="53745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38"/>
          <p:cNvSpPr txBox="1"/>
          <p:nvPr/>
        </p:nvSpPr>
        <p:spPr>
          <a:xfrm>
            <a:off x="826100" y="4536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SDG Goals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"/>
          <p:cNvSpPr txBox="1">
            <a:spLocks noGrp="1"/>
          </p:cNvSpPr>
          <p:nvPr>
            <p:ph type="title"/>
          </p:nvPr>
        </p:nvSpPr>
        <p:spPr>
          <a:xfrm>
            <a:off x="2399600" y="2245488"/>
            <a:ext cx="3019200" cy="65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MARKET</a:t>
            </a:r>
            <a:endParaRPr sz="4500"/>
          </a:p>
        </p:txBody>
      </p:sp>
      <p:sp>
        <p:nvSpPr>
          <p:cNvPr id="650" name="Google Shape;650;p39"/>
          <p:cNvSpPr txBox="1">
            <a:spLocks noGrp="1"/>
          </p:cNvSpPr>
          <p:nvPr>
            <p:ph type="title" idx="2"/>
          </p:nvPr>
        </p:nvSpPr>
        <p:spPr>
          <a:xfrm>
            <a:off x="218550" y="1467600"/>
            <a:ext cx="1968900" cy="22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0"/>
              <a:t>3</a:t>
            </a:r>
            <a:endParaRPr sz="20000"/>
          </a:p>
        </p:txBody>
      </p:sp>
      <p:grpSp>
        <p:nvGrpSpPr>
          <p:cNvPr id="651" name="Google Shape;651;p39"/>
          <p:cNvGrpSpPr/>
          <p:nvPr/>
        </p:nvGrpSpPr>
        <p:grpSpPr>
          <a:xfrm>
            <a:off x="5630955" y="1467601"/>
            <a:ext cx="3094258" cy="2494587"/>
            <a:chOff x="3326700" y="889461"/>
            <a:chExt cx="5371043" cy="3714947"/>
          </a:xfrm>
        </p:grpSpPr>
        <p:sp>
          <p:nvSpPr>
            <p:cNvPr id="652" name="Google Shape;652;p39"/>
            <p:cNvSpPr/>
            <p:nvPr/>
          </p:nvSpPr>
          <p:spPr>
            <a:xfrm>
              <a:off x="3326700" y="4119720"/>
              <a:ext cx="5371043" cy="2602"/>
            </a:xfrm>
            <a:custGeom>
              <a:avLst/>
              <a:gdLst/>
              <a:ahLst/>
              <a:cxnLst/>
              <a:rect l="l" t="t" r="r" b="b"/>
              <a:pathLst>
                <a:path w="208483" h="101" extrusionOk="0">
                  <a:moveTo>
                    <a:pt x="0" y="0"/>
                  </a:moveTo>
                  <a:lnTo>
                    <a:pt x="0" y="101"/>
                  </a:lnTo>
                  <a:lnTo>
                    <a:pt x="208482" y="101"/>
                  </a:lnTo>
                  <a:lnTo>
                    <a:pt x="2084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9"/>
            <p:cNvSpPr/>
            <p:nvPr/>
          </p:nvSpPr>
          <p:spPr>
            <a:xfrm>
              <a:off x="7803825" y="4292452"/>
              <a:ext cx="355806" cy="2602"/>
            </a:xfrm>
            <a:custGeom>
              <a:avLst/>
              <a:gdLst/>
              <a:ahLst/>
              <a:cxnLst/>
              <a:rect l="l" t="t" r="r" b="b"/>
              <a:pathLst>
                <a:path w="1381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3811" y="10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9"/>
            <p:cNvSpPr/>
            <p:nvPr/>
          </p:nvSpPr>
          <p:spPr>
            <a:xfrm>
              <a:off x="6791545" y="4321665"/>
              <a:ext cx="92822" cy="2602"/>
            </a:xfrm>
            <a:custGeom>
              <a:avLst/>
              <a:gdLst/>
              <a:ahLst/>
              <a:cxnLst/>
              <a:rect l="l" t="t" r="r" b="b"/>
              <a:pathLst>
                <a:path w="3603" h="101" extrusionOk="0">
                  <a:moveTo>
                    <a:pt x="0" y="0"/>
                  </a:moveTo>
                  <a:lnTo>
                    <a:pt x="0" y="100"/>
                  </a:lnTo>
                  <a:lnTo>
                    <a:pt x="3603" y="100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9"/>
            <p:cNvSpPr/>
            <p:nvPr/>
          </p:nvSpPr>
          <p:spPr>
            <a:xfrm>
              <a:off x="7586422" y="4192754"/>
              <a:ext cx="206280" cy="2602"/>
            </a:xfrm>
            <a:custGeom>
              <a:avLst/>
              <a:gdLst/>
              <a:ahLst/>
              <a:cxnLst/>
              <a:rect l="l" t="t" r="r" b="b"/>
              <a:pathLst>
                <a:path w="8007" h="101" extrusionOk="0">
                  <a:moveTo>
                    <a:pt x="0" y="1"/>
                  </a:moveTo>
                  <a:lnTo>
                    <a:pt x="0" y="101"/>
                  </a:lnTo>
                  <a:lnTo>
                    <a:pt x="8006" y="101"/>
                  </a:lnTo>
                  <a:lnTo>
                    <a:pt x="80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9"/>
            <p:cNvSpPr/>
            <p:nvPr/>
          </p:nvSpPr>
          <p:spPr>
            <a:xfrm>
              <a:off x="3890417" y="4210813"/>
              <a:ext cx="464086" cy="2602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9"/>
            <p:cNvSpPr/>
            <p:nvPr/>
          </p:nvSpPr>
          <p:spPr>
            <a:xfrm>
              <a:off x="4449833" y="4210813"/>
              <a:ext cx="67936" cy="2602"/>
            </a:xfrm>
            <a:custGeom>
              <a:avLst/>
              <a:gdLst/>
              <a:ahLst/>
              <a:cxnLst/>
              <a:rect l="l" t="t" r="r" b="b"/>
              <a:pathLst>
                <a:path w="2637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9"/>
            <p:cNvSpPr/>
            <p:nvPr/>
          </p:nvSpPr>
          <p:spPr>
            <a:xfrm>
              <a:off x="4738570" y="4256360"/>
              <a:ext cx="1006361" cy="2602"/>
            </a:xfrm>
            <a:custGeom>
              <a:avLst/>
              <a:gdLst/>
              <a:ahLst/>
              <a:cxnLst/>
              <a:rect l="l" t="t" r="r" b="b"/>
              <a:pathLst>
                <a:path w="39063" h="101" extrusionOk="0">
                  <a:moveTo>
                    <a:pt x="1" y="0"/>
                  </a:moveTo>
                  <a:lnTo>
                    <a:pt x="1" y="100"/>
                  </a:lnTo>
                  <a:lnTo>
                    <a:pt x="39062" y="100"/>
                  </a:lnTo>
                  <a:lnTo>
                    <a:pt x="3906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9"/>
            <p:cNvSpPr/>
            <p:nvPr/>
          </p:nvSpPr>
          <p:spPr>
            <a:xfrm>
              <a:off x="7182530" y="1408507"/>
              <a:ext cx="152128" cy="473541"/>
            </a:xfrm>
            <a:custGeom>
              <a:avLst/>
              <a:gdLst/>
              <a:ahLst/>
              <a:cxnLst/>
              <a:rect l="l" t="t" r="r" b="b"/>
              <a:pathLst>
                <a:path w="5905" h="18381" extrusionOk="0">
                  <a:moveTo>
                    <a:pt x="1" y="0"/>
                  </a:moveTo>
                  <a:lnTo>
                    <a:pt x="1" y="18380"/>
                  </a:lnTo>
                  <a:lnTo>
                    <a:pt x="5905" y="18380"/>
                  </a:lnTo>
                  <a:lnTo>
                    <a:pt x="59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9"/>
            <p:cNvSpPr/>
            <p:nvPr/>
          </p:nvSpPr>
          <p:spPr>
            <a:xfrm>
              <a:off x="7166197" y="1327719"/>
              <a:ext cx="581820" cy="555182"/>
            </a:xfrm>
            <a:custGeom>
              <a:avLst/>
              <a:gdLst/>
              <a:ahLst/>
              <a:cxnLst/>
              <a:rect l="l" t="t" r="r" b="b"/>
              <a:pathLst>
                <a:path w="22584" h="21550" extrusionOk="0">
                  <a:moveTo>
                    <a:pt x="1" y="1"/>
                  </a:moveTo>
                  <a:lnTo>
                    <a:pt x="2970" y="21550"/>
                  </a:lnTo>
                  <a:lnTo>
                    <a:pt x="22584" y="21550"/>
                  </a:lnTo>
                  <a:lnTo>
                    <a:pt x="19615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9"/>
            <p:cNvSpPr/>
            <p:nvPr/>
          </p:nvSpPr>
          <p:spPr>
            <a:xfrm>
              <a:off x="7204865" y="1327719"/>
              <a:ext cx="597304" cy="555182"/>
            </a:xfrm>
            <a:custGeom>
              <a:avLst/>
              <a:gdLst/>
              <a:ahLst/>
              <a:cxnLst/>
              <a:rect l="l" t="t" r="r" b="b"/>
              <a:pathLst>
                <a:path w="23185" h="21550" extrusionOk="0">
                  <a:moveTo>
                    <a:pt x="1" y="1"/>
                  </a:moveTo>
                  <a:lnTo>
                    <a:pt x="2936" y="21550"/>
                  </a:lnTo>
                  <a:lnTo>
                    <a:pt x="23184" y="21550"/>
                  </a:lnTo>
                  <a:lnTo>
                    <a:pt x="202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9"/>
            <p:cNvSpPr/>
            <p:nvPr/>
          </p:nvSpPr>
          <p:spPr>
            <a:xfrm>
              <a:off x="7253864" y="1371565"/>
              <a:ext cx="499303" cy="467512"/>
            </a:xfrm>
            <a:custGeom>
              <a:avLst/>
              <a:gdLst/>
              <a:ahLst/>
              <a:cxnLst/>
              <a:rect l="l" t="t" r="r" b="b"/>
              <a:pathLst>
                <a:path w="19381" h="18147" extrusionOk="0">
                  <a:moveTo>
                    <a:pt x="0" y="0"/>
                  </a:moveTo>
                  <a:lnTo>
                    <a:pt x="2502" y="18146"/>
                  </a:lnTo>
                  <a:lnTo>
                    <a:pt x="19381" y="18146"/>
                  </a:lnTo>
                  <a:lnTo>
                    <a:pt x="168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9"/>
            <p:cNvSpPr/>
            <p:nvPr/>
          </p:nvSpPr>
          <p:spPr>
            <a:xfrm>
              <a:off x="7376825" y="1484968"/>
              <a:ext cx="252601" cy="240673"/>
            </a:xfrm>
            <a:custGeom>
              <a:avLst/>
              <a:gdLst/>
              <a:ahLst/>
              <a:cxnLst/>
              <a:rect l="l" t="t" r="r" b="b"/>
              <a:pathLst>
                <a:path w="9805" h="9342" extrusionOk="0">
                  <a:moveTo>
                    <a:pt x="1312" y="0"/>
                  </a:moveTo>
                  <a:cubicBezTo>
                    <a:pt x="571" y="0"/>
                    <a:pt x="0" y="686"/>
                    <a:pt x="131" y="1436"/>
                  </a:cubicBezTo>
                  <a:lnTo>
                    <a:pt x="1065" y="8240"/>
                  </a:lnTo>
                  <a:cubicBezTo>
                    <a:pt x="1131" y="8874"/>
                    <a:pt x="1698" y="9341"/>
                    <a:pt x="2332" y="9341"/>
                  </a:cubicBezTo>
                  <a:lnTo>
                    <a:pt x="8437" y="9341"/>
                  </a:lnTo>
                  <a:cubicBezTo>
                    <a:pt x="9204" y="9341"/>
                    <a:pt x="9804" y="8674"/>
                    <a:pt x="9704" y="7907"/>
                  </a:cubicBezTo>
                  <a:lnTo>
                    <a:pt x="8770" y="1102"/>
                  </a:lnTo>
                  <a:cubicBezTo>
                    <a:pt x="8670" y="468"/>
                    <a:pt x="8136" y="1"/>
                    <a:pt x="7503" y="1"/>
                  </a:cubicBezTo>
                  <a:lnTo>
                    <a:pt x="1365" y="1"/>
                  </a:lnTo>
                  <a:cubicBezTo>
                    <a:pt x="1347" y="0"/>
                    <a:pt x="1330" y="0"/>
                    <a:pt x="13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9"/>
            <p:cNvSpPr/>
            <p:nvPr/>
          </p:nvSpPr>
          <p:spPr>
            <a:xfrm>
              <a:off x="4112973" y="889461"/>
              <a:ext cx="2274777" cy="1403386"/>
            </a:xfrm>
            <a:custGeom>
              <a:avLst/>
              <a:gdLst/>
              <a:ahLst/>
              <a:cxnLst/>
              <a:rect l="l" t="t" r="r" b="b"/>
              <a:pathLst>
                <a:path w="88298" h="54474" extrusionOk="0">
                  <a:moveTo>
                    <a:pt x="1" y="1"/>
                  </a:moveTo>
                  <a:lnTo>
                    <a:pt x="1" y="54473"/>
                  </a:lnTo>
                  <a:lnTo>
                    <a:pt x="88297" y="54473"/>
                  </a:lnTo>
                  <a:lnTo>
                    <a:pt x="882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9"/>
            <p:cNvSpPr/>
            <p:nvPr/>
          </p:nvSpPr>
          <p:spPr>
            <a:xfrm>
              <a:off x="4139610" y="889461"/>
              <a:ext cx="2306568" cy="1403386"/>
            </a:xfrm>
            <a:custGeom>
              <a:avLst/>
              <a:gdLst/>
              <a:ahLst/>
              <a:cxnLst/>
              <a:rect l="l" t="t" r="r" b="b"/>
              <a:pathLst>
                <a:path w="89532" h="54474" extrusionOk="0">
                  <a:moveTo>
                    <a:pt x="1" y="1"/>
                  </a:moveTo>
                  <a:lnTo>
                    <a:pt x="1" y="54473"/>
                  </a:lnTo>
                  <a:lnTo>
                    <a:pt x="89531" y="54473"/>
                  </a:lnTo>
                  <a:lnTo>
                    <a:pt x="89531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9"/>
            <p:cNvSpPr/>
            <p:nvPr/>
          </p:nvSpPr>
          <p:spPr>
            <a:xfrm>
              <a:off x="4112973" y="2292778"/>
              <a:ext cx="2274777" cy="109156"/>
            </a:xfrm>
            <a:custGeom>
              <a:avLst/>
              <a:gdLst/>
              <a:ahLst/>
              <a:cxnLst/>
              <a:rect l="l" t="t" r="r" b="b"/>
              <a:pathLst>
                <a:path w="88298" h="4237" extrusionOk="0">
                  <a:moveTo>
                    <a:pt x="1" y="0"/>
                  </a:moveTo>
                  <a:lnTo>
                    <a:pt x="1" y="4236"/>
                  </a:lnTo>
                  <a:lnTo>
                    <a:pt x="88297" y="4236"/>
                  </a:lnTo>
                  <a:lnTo>
                    <a:pt x="882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9"/>
            <p:cNvSpPr/>
            <p:nvPr/>
          </p:nvSpPr>
          <p:spPr>
            <a:xfrm>
              <a:off x="4237582" y="2292778"/>
              <a:ext cx="2305692" cy="109156"/>
            </a:xfrm>
            <a:custGeom>
              <a:avLst/>
              <a:gdLst/>
              <a:ahLst/>
              <a:cxnLst/>
              <a:rect l="l" t="t" r="r" b="b"/>
              <a:pathLst>
                <a:path w="89498" h="4237" extrusionOk="0">
                  <a:moveTo>
                    <a:pt x="1" y="0"/>
                  </a:moveTo>
                  <a:lnTo>
                    <a:pt x="1" y="4236"/>
                  </a:lnTo>
                  <a:lnTo>
                    <a:pt x="89498" y="4236"/>
                  </a:lnTo>
                  <a:lnTo>
                    <a:pt x="89498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9"/>
            <p:cNvSpPr/>
            <p:nvPr/>
          </p:nvSpPr>
          <p:spPr>
            <a:xfrm>
              <a:off x="4222125" y="971100"/>
              <a:ext cx="2142410" cy="1240104"/>
            </a:xfrm>
            <a:custGeom>
              <a:avLst/>
              <a:gdLst/>
              <a:ahLst/>
              <a:cxnLst/>
              <a:rect l="l" t="t" r="r" b="b"/>
              <a:pathLst>
                <a:path w="83160" h="48136" extrusionOk="0">
                  <a:moveTo>
                    <a:pt x="0" y="1"/>
                  </a:moveTo>
                  <a:lnTo>
                    <a:pt x="0" y="48135"/>
                  </a:lnTo>
                  <a:lnTo>
                    <a:pt x="83160" y="48135"/>
                  </a:lnTo>
                  <a:lnTo>
                    <a:pt x="83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9"/>
            <p:cNvSpPr/>
            <p:nvPr/>
          </p:nvSpPr>
          <p:spPr>
            <a:xfrm>
              <a:off x="4379374" y="971100"/>
              <a:ext cx="706434" cy="1240104"/>
            </a:xfrm>
            <a:custGeom>
              <a:avLst/>
              <a:gdLst/>
              <a:ahLst/>
              <a:cxnLst/>
              <a:rect l="l" t="t" r="r" b="b"/>
              <a:pathLst>
                <a:path w="27421" h="48136" extrusionOk="0">
                  <a:moveTo>
                    <a:pt x="18614" y="1"/>
                  </a:moveTo>
                  <a:lnTo>
                    <a:pt x="1" y="48135"/>
                  </a:lnTo>
                  <a:lnTo>
                    <a:pt x="8773" y="48135"/>
                  </a:lnTo>
                  <a:lnTo>
                    <a:pt x="274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4654355" y="971100"/>
              <a:ext cx="568939" cy="1240104"/>
            </a:xfrm>
            <a:custGeom>
              <a:avLst/>
              <a:gdLst/>
              <a:ahLst/>
              <a:cxnLst/>
              <a:rect l="l" t="t" r="r" b="b"/>
              <a:pathLst>
                <a:path w="22084" h="48136" extrusionOk="0">
                  <a:moveTo>
                    <a:pt x="18647" y="1"/>
                  </a:moveTo>
                  <a:lnTo>
                    <a:pt x="1" y="48135"/>
                  </a:lnTo>
                  <a:lnTo>
                    <a:pt x="3437" y="48135"/>
                  </a:lnTo>
                  <a:lnTo>
                    <a:pt x="2208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5494804" y="971100"/>
              <a:ext cx="568063" cy="1240104"/>
            </a:xfrm>
            <a:custGeom>
              <a:avLst/>
              <a:gdLst/>
              <a:ahLst/>
              <a:cxnLst/>
              <a:rect l="l" t="t" r="r" b="b"/>
              <a:pathLst>
                <a:path w="22050" h="48136" extrusionOk="0">
                  <a:moveTo>
                    <a:pt x="18647" y="1"/>
                  </a:moveTo>
                  <a:lnTo>
                    <a:pt x="0" y="48135"/>
                  </a:lnTo>
                  <a:lnTo>
                    <a:pt x="3436" y="48135"/>
                  </a:lnTo>
                  <a:lnTo>
                    <a:pt x="220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9"/>
            <p:cNvSpPr/>
            <p:nvPr/>
          </p:nvSpPr>
          <p:spPr>
            <a:xfrm>
              <a:off x="6353261" y="971100"/>
              <a:ext cx="11207" cy="1240104"/>
            </a:xfrm>
            <a:custGeom>
              <a:avLst/>
              <a:gdLst/>
              <a:ahLst/>
              <a:cxnLst/>
              <a:rect l="l" t="t" r="r" b="b"/>
              <a:pathLst>
                <a:path w="435" h="48136" extrusionOk="0">
                  <a:moveTo>
                    <a:pt x="1" y="1"/>
                  </a:moveTo>
                  <a:lnTo>
                    <a:pt x="1" y="48135"/>
                  </a:lnTo>
                  <a:lnTo>
                    <a:pt x="435" y="48135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9"/>
            <p:cNvSpPr/>
            <p:nvPr/>
          </p:nvSpPr>
          <p:spPr>
            <a:xfrm>
              <a:off x="7630242" y="1882007"/>
              <a:ext cx="482119" cy="2237808"/>
            </a:xfrm>
            <a:custGeom>
              <a:avLst/>
              <a:gdLst/>
              <a:ahLst/>
              <a:cxnLst/>
              <a:rect l="l" t="t" r="r" b="b"/>
              <a:pathLst>
                <a:path w="18714" h="86863" extrusionOk="0">
                  <a:moveTo>
                    <a:pt x="1" y="0"/>
                  </a:moveTo>
                  <a:lnTo>
                    <a:pt x="1" y="86862"/>
                  </a:lnTo>
                  <a:lnTo>
                    <a:pt x="18714" y="86862"/>
                  </a:lnTo>
                  <a:lnTo>
                    <a:pt x="187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9"/>
            <p:cNvSpPr/>
            <p:nvPr/>
          </p:nvSpPr>
          <p:spPr>
            <a:xfrm>
              <a:off x="8012649" y="3982229"/>
              <a:ext cx="99701" cy="137520"/>
            </a:xfrm>
            <a:custGeom>
              <a:avLst/>
              <a:gdLst/>
              <a:ahLst/>
              <a:cxnLst/>
              <a:rect l="l" t="t" r="r" b="b"/>
              <a:pathLst>
                <a:path w="3870" h="5338" extrusionOk="0">
                  <a:moveTo>
                    <a:pt x="1" y="0"/>
                  </a:moveTo>
                  <a:lnTo>
                    <a:pt x="1969" y="5337"/>
                  </a:lnTo>
                  <a:lnTo>
                    <a:pt x="3870" y="53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9"/>
            <p:cNvSpPr/>
            <p:nvPr/>
          </p:nvSpPr>
          <p:spPr>
            <a:xfrm>
              <a:off x="6786367" y="1882007"/>
              <a:ext cx="482145" cy="2237808"/>
            </a:xfrm>
            <a:custGeom>
              <a:avLst/>
              <a:gdLst/>
              <a:ahLst/>
              <a:cxnLst/>
              <a:rect l="l" t="t" r="r" b="b"/>
              <a:pathLst>
                <a:path w="18715" h="86863" extrusionOk="0">
                  <a:moveTo>
                    <a:pt x="1" y="0"/>
                  </a:moveTo>
                  <a:lnTo>
                    <a:pt x="1" y="86862"/>
                  </a:lnTo>
                  <a:lnTo>
                    <a:pt x="18714" y="86862"/>
                  </a:lnTo>
                  <a:lnTo>
                    <a:pt x="187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7225500" y="1882007"/>
              <a:ext cx="886874" cy="2153590"/>
            </a:xfrm>
            <a:custGeom>
              <a:avLst/>
              <a:gdLst/>
              <a:ahLst/>
              <a:cxnLst/>
              <a:rect l="l" t="t" r="r" b="b"/>
              <a:pathLst>
                <a:path w="34425" h="83594" extrusionOk="0">
                  <a:moveTo>
                    <a:pt x="0" y="0"/>
                  </a:moveTo>
                  <a:lnTo>
                    <a:pt x="0" y="83593"/>
                  </a:lnTo>
                  <a:lnTo>
                    <a:pt x="34425" y="83593"/>
                  </a:lnTo>
                  <a:lnTo>
                    <a:pt x="34425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7225500" y="3982229"/>
              <a:ext cx="99701" cy="137520"/>
            </a:xfrm>
            <a:custGeom>
              <a:avLst/>
              <a:gdLst/>
              <a:ahLst/>
              <a:cxnLst/>
              <a:rect l="l" t="t" r="r" b="b"/>
              <a:pathLst>
                <a:path w="3870" h="5338" extrusionOk="0">
                  <a:moveTo>
                    <a:pt x="0" y="0"/>
                  </a:moveTo>
                  <a:lnTo>
                    <a:pt x="0" y="5337"/>
                  </a:lnTo>
                  <a:lnTo>
                    <a:pt x="1902" y="533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9"/>
            <p:cNvSpPr/>
            <p:nvPr/>
          </p:nvSpPr>
          <p:spPr>
            <a:xfrm>
              <a:off x="7263319" y="1921526"/>
              <a:ext cx="811261" cy="1015790"/>
            </a:xfrm>
            <a:custGeom>
              <a:avLst/>
              <a:gdLst/>
              <a:ahLst/>
              <a:cxnLst/>
              <a:rect l="l" t="t" r="r" b="b"/>
              <a:pathLst>
                <a:path w="31490" h="39429" extrusionOk="0">
                  <a:moveTo>
                    <a:pt x="0" y="1"/>
                  </a:moveTo>
                  <a:lnTo>
                    <a:pt x="0" y="39429"/>
                  </a:lnTo>
                  <a:lnTo>
                    <a:pt x="31489" y="39429"/>
                  </a:lnTo>
                  <a:lnTo>
                    <a:pt x="314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9"/>
            <p:cNvSpPr/>
            <p:nvPr/>
          </p:nvSpPr>
          <p:spPr>
            <a:xfrm>
              <a:off x="7379323" y="1913797"/>
              <a:ext cx="579244" cy="86820"/>
            </a:xfrm>
            <a:custGeom>
              <a:avLst/>
              <a:gdLst/>
              <a:ahLst/>
              <a:cxnLst/>
              <a:rect l="l" t="t" r="r" b="b"/>
              <a:pathLst>
                <a:path w="22484" h="3370" extrusionOk="0">
                  <a:moveTo>
                    <a:pt x="0" y="1"/>
                  </a:moveTo>
                  <a:cubicBezTo>
                    <a:pt x="2035" y="2169"/>
                    <a:pt x="4870" y="3370"/>
                    <a:pt x="7839" y="3370"/>
                  </a:cubicBezTo>
                  <a:lnTo>
                    <a:pt x="14644" y="3370"/>
                  </a:lnTo>
                  <a:cubicBezTo>
                    <a:pt x="17613" y="3370"/>
                    <a:pt x="20448" y="2169"/>
                    <a:pt x="22483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9"/>
            <p:cNvSpPr/>
            <p:nvPr/>
          </p:nvSpPr>
          <p:spPr>
            <a:xfrm>
              <a:off x="7263319" y="2978528"/>
              <a:ext cx="811261" cy="1015790"/>
            </a:xfrm>
            <a:custGeom>
              <a:avLst/>
              <a:gdLst/>
              <a:ahLst/>
              <a:cxnLst/>
              <a:rect l="l" t="t" r="r" b="b"/>
              <a:pathLst>
                <a:path w="31490" h="39429" extrusionOk="0">
                  <a:moveTo>
                    <a:pt x="0" y="0"/>
                  </a:moveTo>
                  <a:lnTo>
                    <a:pt x="0" y="39428"/>
                  </a:lnTo>
                  <a:lnTo>
                    <a:pt x="31489" y="39428"/>
                  </a:lnTo>
                  <a:lnTo>
                    <a:pt x="314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9"/>
            <p:cNvSpPr/>
            <p:nvPr/>
          </p:nvSpPr>
          <p:spPr>
            <a:xfrm>
              <a:off x="7379323" y="2970774"/>
              <a:ext cx="579244" cy="86820"/>
            </a:xfrm>
            <a:custGeom>
              <a:avLst/>
              <a:gdLst/>
              <a:ahLst/>
              <a:cxnLst/>
              <a:rect l="l" t="t" r="r" b="b"/>
              <a:pathLst>
                <a:path w="22484" h="3370" extrusionOk="0">
                  <a:moveTo>
                    <a:pt x="0" y="1"/>
                  </a:moveTo>
                  <a:cubicBezTo>
                    <a:pt x="2035" y="2136"/>
                    <a:pt x="4870" y="3370"/>
                    <a:pt x="7839" y="3370"/>
                  </a:cubicBezTo>
                  <a:lnTo>
                    <a:pt x="14644" y="3370"/>
                  </a:lnTo>
                  <a:cubicBezTo>
                    <a:pt x="17613" y="3370"/>
                    <a:pt x="20448" y="2169"/>
                    <a:pt x="22483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9"/>
            <p:cNvSpPr/>
            <p:nvPr/>
          </p:nvSpPr>
          <p:spPr>
            <a:xfrm>
              <a:off x="4717960" y="2589243"/>
              <a:ext cx="917815" cy="472665"/>
            </a:xfrm>
            <a:custGeom>
              <a:avLst/>
              <a:gdLst/>
              <a:ahLst/>
              <a:cxnLst/>
              <a:rect l="l" t="t" r="r" b="b"/>
              <a:pathLst>
                <a:path w="35626" h="18347" extrusionOk="0">
                  <a:moveTo>
                    <a:pt x="0" y="0"/>
                  </a:moveTo>
                  <a:lnTo>
                    <a:pt x="4503" y="18347"/>
                  </a:lnTo>
                  <a:lnTo>
                    <a:pt x="35626" y="18347"/>
                  </a:lnTo>
                  <a:lnTo>
                    <a:pt x="311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9"/>
            <p:cNvSpPr/>
            <p:nvPr/>
          </p:nvSpPr>
          <p:spPr>
            <a:xfrm>
              <a:off x="4833965" y="3061867"/>
              <a:ext cx="805258" cy="26664"/>
            </a:xfrm>
            <a:custGeom>
              <a:avLst/>
              <a:gdLst/>
              <a:ahLst/>
              <a:cxnLst/>
              <a:rect l="l" t="t" r="r" b="b"/>
              <a:pathLst>
                <a:path w="31257" h="1035" extrusionOk="0">
                  <a:moveTo>
                    <a:pt x="0" y="1"/>
                  </a:moveTo>
                  <a:lnTo>
                    <a:pt x="134" y="1035"/>
                  </a:lnTo>
                  <a:lnTo>
                    <a:pt x="31256" y="1035"/>
                  </a:lnTo>
                  <a:lnTo>
                    <a:pt x="311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9"/>
            <p:cNvSpPr/>
            <p:nvPr/>
          </p:nvSpPr>
          <p:spPr>
            <a:xfrm>
              <a:off x="4742872" y="2589243"/>
              <a:ext cx="917841" cy="472665"/>
            </a:xfrm>
            <a:custGeom>
              <a:avLst/>
              <a:gdLst/>
              <a:ahLst/>
              <a:cxnLst/>
              <a:rect l="l" t="t" r="r" b="b"/>
              <a:pathLst>
                <a:path w="35627" h="18347" extrusionOk="0">
                  <a:moveTo>
                    <a:pt x="1" y="0"/>
                  </a:moveTo>
                  <a:lnTo>
                    <a:pt x="4504" y="18347"/>
                  </a:lnTo>
                  <a:lnTo>
                    <a:pt x="35626" y="18347"/>
                  </a:lnTo>
                  <a:lnTo>
                    <a:pt x="31089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4770385" y="2610728"/>
              <a:ext cx="861962" cy="429693"/>
            </a:xfrm>
            <a:custGeom>
              <a:avLst/>
              <a:gdLst/>
              <a:ahLst/>
              <a:cxnLst/>
              <a:rect l="l" t="t" r="r" b="b"/>
              <a:pathLst>
                <a:path w="33458" h="16679" extrusionOk="0">
                  <a:moveTo>
                    <a:pt x="0" y="0"/>
                  </a:moveTo>
                  <a:lnTo>
                    <a:pt x="4070" y="16679"/>
                  </a:lnTo>
                  <a:lnTo>
                    <a:pt x="33457" y="16679"/>
                  </a:lnTo>
                  <a:lnTo>
                    <a:pt x="293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9"/>
            <p:cNvSpPr/>
            <p:nvPr/>
          </p:nvSpPr>
          <p:spPr>
            <a:xfrm>
              <a:off x="5067701" y="3061867"/>
              <a:ext cx="886024" cy="26664"/>
            </a:xfrm>
            <a:custGeom>
              <a:avLst/>
              <a:gdLst/>
              <a:ahLst/>
              <a:cxnLst/>
              <a:rect l="l" t="t" r="r" b="b"/>
              <a:pathLst>
                <a:path w="34392" h="1035" extrusionOk="0">
                  <a:moveTo>
                    <a:pt x="1" y="1"/>
                  </a:moveTo>
                  <a:lnTo>
                    <a:pt x="134" y="1035"/>
                  </a:lnTo>
                  <a:lnTo>
                    <a:pt x="34392" y="1035"/>
                  </a:lnTo>
                  <a:lnTo>
                    <a:pt x="34258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9"/>
            <p:cNvSpPr/>
            <p:nvPr/>
          </p:nvSpPr>
          <p:spPr>
            <a:xfrm>
              <a:off x="6058521" y="3088505"/>
              <a:ext cx="96274" cy="1031273"/>
            </a:xfrm>
            <a:custGeom>
              <a:avLst/>
              <a:gdLst/>
              <a:ahLst/>
              <a:cxnLst/>
              <a:rect l="l" t="t" r="r" b="b"/>
              <a:pathLst>
                <a:path w="3737" h="40030" extrusionOk="0">
                  <a:moveTo>
                    <a:pt x="0" y="1"/>
                  </a:moveTo>
                  <a:lnTo>
                    <a:pt x="0" y="40029"/>
                  </a:lnTo>
                  <a:lnTo>
                    <a:pt x="3736" y="40029"/>
                  </a:lnTo>
                  <a:lnTo>
                    <a:pt x="37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9"/>
            <p:cNvSpPr/>
            <p:nvPr/>
          </p:nvSpPr>
          <p:spPr>
            <a:xfrm>
              <a:off x="6118675" y="3088505"/>
              <a:ext cx="66184" cy="1031273"/>
            </a:xfrm>
            <a:custGeom>
              <a:avLst/>
              <a:gdLst/>
              <a:ahLst/>
              <a:cxnLst/>
              <a:rect l="l" t="t" r="r" b="b"/>
              <a:pathLst>
                <a:path w="2569" h="40030" extrusionOk="0">
                  <a:moveTo>
                    <a:pt x="0" y="1"/>
                  </a:moveTo>
                  <a:lnTo>
                    <a:pt x="0" y="40029"/>
                  </a:lnTo>
                  <a:lnTo>
                    <a:pt x="2569" y="40029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9"/>
            <p:cNvSpPr/>
            <p:nvPr/>
          </p:nvSpPr>
          <p:spPr>
            <a:xfrm>
              <a:off x="4968029" y="3088505"/>
              <a:ext cx="1237502" cy="117760"/>
            </a:xfrm>
            <a:custGeom>
              <a:avLst/>
              <a:gdLst/>
              <a:ahLst/>
              <a:cxnLst/>
              <a:rect l="l" t="t" r="r" b="b"/>
              <a:pathLst>
                <a:path w="48035" h="4571" extrusionOk="0">
                  <a:moveTo>
                    <a:pt x="0" y="1"/>
                  </a:moveTo>
                  <a:lnTo>
                    <a:pt x="0" y="4571"/>
                  </a:lnTo>
                  <a:lnTo>
                    <a:pt x="48034" y="4571"/>
                  </a:lnTo>
                  <a:lnTo>
                    <a:pt x="48034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9"/>
            <p:cNvSpPr/>
            <p:nvPr/>
          </p:nvSpPr>
          <p:spPr>
            <a:xfrm>
              <a:off x="4829663" y="3206236"/>
              <a:ext cx="95424" cy="913538"/>
            </a:xfrm>
            <a:custGeom>
              <a:avLst/>
              <a:gdLst/>
              <a:ahLst/>
              <a:cxnLst/>
              <a:rect l="l" t="t" r="r" b="b"/>
              <a:pathLst>
                <a:path w="3704" h="35460" extrusionOk="0">
                  <a:moveTo>
                    <a:pt x="1" y="1"/>
                  </a:moveTo>
                  <a:lnTo>
                    <a:pt x="1" y="35459"/>
                  </a:lnTo>
                  <a:lnTo>
                    <a:pt x="3703" y="35459"/>
                  </a:lnTo>
                  <a:lnTo>
                    <a:pt x="37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9"/>
            <p:cNvSpPr/>
            <p:nvPr/>
          </p:nvSpPr>
          <p:spPr>
            <a:xfrm>
              <a:off x="4888966" y="3206236"/>
              <a:ext cx="66184" cy="913538"/>
            </a:xfrm>
            <a:custGeom>
              <a:avLst/>
              <a:gdLst/>
              <a:ahLst/>
              <a:cxnLst/>
              <a:rect l="l" t="t" r="r" b="b"/>
              <a:pathLst>
                <a:path w="2569" h="35460" extrusionOk="0">
                  <a:moveTo>
                    <a:pt x="0" y="1"/>
                  </a:moveTo>
                  <a:lnTo>
                    <a:pt x="0" y="35459"/>
                  </a:lnTo>
                  <a:lnTo>
                    <a:pt x="2569" y="35459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9"/>
            <p:cNvSpPr/>
            <p:nvPr/>
          </p:nvSpPr>
          <p:spPr>
            <a:xfrm>
              <a:off x="4221249" y="3206236"/>
              <a:ext cx="96274" cy="913538"/>
            </a:xfrm>
            <a:custGeom>
              <a:avLst/>
              <a:gdLst/>
              <a:ahLst/>
              <a:cxnLst/>
              <a:rect l="l" t="t" r="r" b="b"/>
              <a:pathLst>
                <a:path w="3737" h="35460" extrusionOk="0">
                  <a:moveTo>
                    <a:pt x="1" y="1"/>
                  </a:moveTo>
                  <a:lnTo>
                    <a:pt x="1" y="35459"/>
                  </a:lnTo>
                  <a:lnTo>
                    <a:pt x="3737" y="35459"/>
                  </a:lnTo>
                  <a:lnTo>
                    <a:pt x="373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9"/>
            <p:cNvSpPr/>
            <p:nvPr/>
          </p:nvSpPr>
          <p:spPr>
            <a:xfrm>
              <a:off x="4281403" y="3206236"/>
              <a:ext cx="66210" cy="913538"/>
            </a:xfrm>
            <a:custGeom>
              <a:avLst/>
              <a:gdLst/>
              <a:ahLst/>
              <a:cxnLst/>
              <a:rect l="l" t="t" r="r" b="b"/>
              <a:pathLst>
                <a:path w="2570" h="35460" extrusionOk="0">
                  <a:moveTo>
                    <a:pt x="1" y="1"/>
                  </a:moveTo>
                  <a:lnTo>
                    <a:pt x="1" y="35459"/>
                  </a:lnTo>
                  <a:lnTo>
                    <a:pt x="2569" y="35459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9"/>
            <p:cNvSpPr/>
            <p:nvPr/>
          </p:nvSpPr>
          <p:spPr>
            <a:xfrm>
              <a:off x="5450958" y="3206236"/>
              <a:ext cx="96274" cy="913538"/>
            </a:xfrm>
            <a:custGeom>
              <a:avLst/>
              <a:gdLst/>
              <a:ahLst/>
              <a:cxnLst/>
              <a:rect l="l" t="t" r="r" b="b"/>
              <a:pathLst>
                <a:path w="3737" h="35460" extrusionOk="0">
                  <a:moveTo>
                    <a:pt x="1" y="1"/>
                  </a:moveTo>
                  <a:lnTo>
                    <a:pt x="1" y="35459"/>
                  </a:lnTo>
                  <a:lnTo>
                    <a:pt x="3737" y="35459"/>
                  </a:lnTo>
                  <a:lnTo>
                    <a:pt x="373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5510261" y="3206236"/>
              <a:ext cx="67060" cy="913538"/>
            </a:xfrm>
            <a:custGeom>
              <a:avLst/>
              <a:gdLst/>
              <a:ahLst/>
              <a:cxnLst/>
              <a:rect l="l" t="t" r="r" b="b"/>
              <a:pathLst>
                <a:path w="2603" h="35460" extrusionOk="0">
                  <a:moveTo>
                    <a:pt x="1" y="1"/>
                  </a:moveTo>
                  <a:lnTo>
                    <a:pt x="1" y="35459"/>
                  </a:lnTo>
                  <a:lnTo>
                    <a:pt x="2602" y="35459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9"/>
            <p:cNvSpPr/>
            <p:nvPr/>
          </p:nvSpPr>
          <p:spPr>
            <a:xfrm>
              <a:off x="4221249" y="3088505"/>
              <a:ext cx="746829" cy="117760"/>
            </a:xfrm>
            <a:custGeom>
              <a:avLst/>
              <a:gdLst/>
              <a:ahLst/>
              <a:cxnLst/>
              <a:rect l="l" t="t" r="r" b="b"/>
              <a:pathLst>
                <a:path w="28989" h="4571" extrusionOk="0">
                  <a:moveTo>
                    <a:pt x="1" y="1"/>
                  </a:moveTo>
                  <a:lnTo>
                    <a:pt x="1" y="4571"/>
                  </a:lnTo>
                  <a:lnTo>
                    <a:pt x="28988" y="4571"/>
                  </a:lnTo>
                  <a:lnTo>
                    <a:pt x="2898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9"/>
            <p:cNvSpPr/>
            <p:nvPr/>
          </p:nvSpPr>
          <p:spPr>
            <a:xfrm>
              <a:off x="5838517" y="3351480"/>
              <a:ext cx="628244" cy="768289"/>
            </a:xfrm>
            <a:custGeom>
              <a:avLst/>
              <a:gdLst/>
              <a:ahLst/>
              <a:cxnLst/>
              <a:rect l="l" t="t" r="r" b="b"/>
              <a:pathLst>
                <a:path w="24386" h="29822" extrusionOk="0">
                  <a:moveTo>
                    <a:pt x="6406" y="0"/>
                  </a:moveTo>
                  <a:cubicBezTo>
                    <a:pt x="6172" y="0"/>
                    <a:pt x="6005" y="134"/>
                    <a:pt x="5972" y="334"/>
                  </a:cubicBezTo>
                  <a:lnTo>
                    <a:pt x="1" y="29821"/>
                  </a:lnTo>
                  <a:lnTo>
                    <a:pt x="902" y="29821"/>
                  </a:lnTo>
                  <a:lnTo>
                    <a:pt x="6772" y="901"/>
                  </a:lnTo>
                  <a:lnTo>
                    <a:pt x="17614" y="901"/>
                  </a:lnTo>
                  <a:lnTo>
                    <a:pt x="20449" y="14811"/>
                  </a:lnTo>
                  <a:lnTo>
                    <a:pt x="20916" y="17046"/>
                  </a:lnTo>
                  <a:lnTo>
                    <a:pt x="23484" y="29821"/>
                  </a:lnTo>
                  <a:lnTo>
                    <a:pt x="24385" y="29821"/>
                  </a:lnTo>
                  <a:lnTo>
                    <a:pt x="21350" y="14811"/>
                  </a:lnTo>
                  <a:lnTo>
                    <a:pt x="20916" y="12576"/>
                  </a:lnTo>
                  <a:lnTo>
                    <a:pt x="18414" y="334"/>
                  </a:lnTo>
                  <a:cubicBezTo>
                    <a:pt x="18381" y="134"/>
                    <a:pt x="18214" y="0"/>
                    <a:pt x="18014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9"/>
            <p:cNvSpPr/>
            <p:nvPr/>
          </p:nvSpPr>
          <p:spPr>
            <a:xfrm>
              <a:off x="6287105" y="3351480"/>
              <a:ext cx="628219" cy="768289"/>
            </a:xfrm>
            <a:custGeom>
              <a:avLst/>
              <a:gdLst/>
              <a:ahLst/>
              <a:cxnLst/>
              <a:rect l="l" t="t" r="r" b="b"/>
              <a:pathLst>
                <a:path w="24385" h="29822" extrusionOk="0">
                  <a:moveTo>
                    <a:pt x="6405" y="0"/>
                  </a:moveTo>
                  <a:cubicBezTo>
                    <a:pt x="6205" y="0"/>
                    <a:pt x="6038" y="167"/>
                    <a:pt x="6005" y="367"/>
                  </a:cubicBezTo>
                  <a:lnTo>
                    <a:pt x="3503" y="12576"/>
                  </a:lnTo>
                  <a:lnTo>
                    <a:pt x="3036" y="14811"/>
                  </a:lnTo>
                  <a:lnTo>
                    <a:pt x="0" y="29821"/>
                  </a:lnTo>
                  <a:lnTo>
                    <a:pt x="901" y="29821"/>
                  </a:lnTo>
                  <a:lnTo>
                    <a:pt x="3503" y="17046"/>
                  </a:lnTo>
                  <a:lnTo>
                    <a:pt x="3937" y="14811"/>
                  </a:lnTo>
                  <a:lnTo>
                    <a:pt x="6772" y="901"/>
                  </a:lnTo>
                  <a:lnTo>
                    <a:pt x="17613" y="901"/>
                  </a:lnTo>
                  <a:lnTo>
                    <a:pt x="23484" y="29821"/>
                  </a:lnTo>
                  <a:lnTo>
                    <a:pt x="24384" y="29821"/>
                  </a:lnTo>
                  <a:lnTo>
                    <a:pt x="18414" y="367"/>
                  </a:lnTo>
                  <a:cubicBezTo>
                    <a:pt x="18380" y="167"/>
                    <a:pt x="18180" y="0"/>
                    <a:pt x="17980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9"/>
            <p:cNvSpPr/>
            <p:nvPr/>
          </p:nvSpPr>
          <p:spPr>
            <a:xfrm>
              <a:off x="6226951" y="2964771"/>
              <a:ext cx="726193" cy="397902"/>
            </a:xfrm>
            <a:custGeom>
              <a:avLst/>
              <a:gdLst/>
              <a:ahLst/>
              <a:cxnLst/>
              <a:rect l="l" t="t" r="r" b="b"/>
              <a:pathLst>
                <a:path w="28188" h="15445" extrusionOk="0">
                  <a:moveTo>
                    <a:pt x="10041" y="0"/>
                  </a:moveTo>
                  <a:cubicBezTo>
                    <a:pt x="7472" y="0"/>
                    <a:pt x="6772" y="601"/>
                    <a:pt x="5004" y="4504"/>
                  </a:cubicBezTo>
                  <a:cubicBezTo>
                    <a:pt x="3203" y="8406"/>
                    <a:pt x="0" y="15445"/>
                    <a:pt x="0" y="15445"/>
                  </a:cubicBezTo>
                  <a:lnTo>
                    <a:pt x="19915" y="15445"/>
                  </a:lnTo>
                  <a:cubicBezTo>
                    <a:pt x="23717" y="15445"/>
                    <a:pt x="25852" y="12876"/>
                    <a:pt x="26920" y="8607"/>
                  </a:cubicBezTo>
                  <a:lnTo>
                    <a:pt x="27420" y="6171"/>
                  </a:lnTo>
                  <a:cubicBezTo>
                    <a:pt x="28187" y="3003"/>
                    <a:pt x="25819" y="0"/>
                    <a:pt x="22550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5933912" y="3264689"/>
              <a:ext cx="573216" cy="97975"/>
            </a:xfrm>
            <a:custGeom>
              <a:avLst/>
              <a:gdLst/>
              <a:ahLst/>
              <a:cxnLst/>
              <a:rect l="l" t="t" r="r" b="b"/>
              <a:pathLst>
                <a:path w="22250" h="3803" extrusionOk="0">
                  <a:moveTo>
                    <a:pt x="2736" y="0"/>
                  </a:moveTo>
                  <a:cubicBezTo>
                    <a:pt x="1235" y="0"/>
                    <a:pt x="1" y="1201"/>
                    <a:pt x="1" y="2735"/>
                  </a:cubicBezTo>
                  <a:lnTo>
                    <a:pt x="1" y="2802"/>
                  </a:lnTo>
                  <a:cubicBezTo>
                    <a:pt x="1" y="3369"/>
                    <a:pt x="468" y="3803"/>
                    <a:pt x="1001" y="3803"/>
                  </a:cubicBezTo>
                  <a:lnTo>
                    <a:pt x="22250" y="3803"/>
                  </a:lnTo>
                  <a:lnTo>
                    <a:pt x="22250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9"/>
            <p:cNvSpPr/>
            <p:nvPr/>
          </p:nvSpPr>
          <p:spPr>
            <a:xfrm>
              <a:off x="3929086" y="4361184"/>
              <a:ext cx="4166208" cy="243224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9"/>
            <p:cNvSpPr/>
            <p:nvPr/>
          </p:nvSpPr>
          <p:spPr>
            <a:xfrm>
              <a:off x="5314343" y="3995110"/>
              <a:ext cx="193373" cy="189097"/>
            </a:xfrm>
            <a:custGeom>
              <a:avLst/>
              <a:gdLst/>
              <a:ahLst/>
              <a:cxnLst/>
              <a:rect l="l" t="t" r="r" b="b"/>
              <a:pathLst>
                <a:path w="7506" h="7340" extrusionOk="0">
                  <a:moveTo>
                    <a:pt x="2669" y="1"/>
                  </a:moveTo>
                  <a:lnTo>
                    <a:pt x="0" y="1702"/>
                  </a:lnTo>
                  <a:lnTo>
                    <a:pt x="4837" y="7339"/>
                  </a:lnTo>
                  <a:lnTo>
                    <a:pt x="7505" y="5605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9"/>
            <p:cNvSpPr/>
            <p:nvPr/>
          </p:nvSpPr>
          <p:spPr>
            <a:xfrm>
              <a:off x="5314343" y="3995110"/>
              <a:ext cx="133218" cy="118611"/>
            </a:xfrm>
            <a:custGeom>
              <a:avLst/>
              <a:gdLst/>
              <a:ahLst/>
              <a:cxnLst/>
              <a:rect l="l" t="t" r="r" b="b"/>
              <a:pathLst>
                <a:path w="5171" h="4604" extrusionOk="0">
                  <a:moveTo>
                    <a:pt x="2669" y="1"/>
                  </a:moveTo>
                  <a:lnTo>
                    <a:pt x="0" y="1702"/>
                  </a:lnTo>
                  <a:lnTo>
                    <a:pt x="2502" y="4604"/>
                  </a:lnTo>
                  <a:lnTo>
                    <a:pt x="5170" y="2869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9"/>
            <p:cNvSpPr/>
            <p:nvPr/>
          </p:nvSpPr>
          <p:spPr>
            <a:xfrm>
              <a:off x="4821084" y="4187602"/>
              <a:ext cx="161582" cy="195975"/>
            </a:xfrm>
            <a:custGeom>
              <a:avLst/>
              <a:gdLst/>
              <a:ahLst/>
              <a:cxnLst/>
              <a:rect l="l" t="t" r="r" b="b"/>
              <a:pathLst>
                <a:path w="6272" h="7607" extrusionOk="0">
                  <a:moveTo>
                    <a:pt x="3069" y="1"/>
                  </a:moveTo>
                  <a:lnTo>
                    <a:pt x="0" y="301"/>
                  </a:lnTo>
                  <a:lnTo>
                    <a:pt x="3202" y="7606"/>
                  </a:lnTo>
                  <a:lnTo>
                    <a:pt x="6271" y="7306"/>
                  </a:lnTo>
                  <a:lnTo>
                    <a:pt x="3069" y="1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9"/>
            <p:cNvSpPr/>
            <p:nvPr/>
          </p:nvSpPr>
          <p:spPr>
            <a:xfrm>
              <a:off x="4821084" y="4188477"/>
              <a:ext cx="124613" cy="104003"/>
            </a:xfrm>
            <a:custGeom>
              <a:avLst/>
              <a:gdLst/>
              <a:ahLst/>
              <a:cxnLst/>
              <a:rect l="l" t="t" r="r" b="b"/>
              <a:pathLst>
                <a:path w="4837" h="4037" extrusionOk="0">
                  <a:moveTo>
                    <a:pt x="3069" y="0"/>
                  </a:moveTo>
                  <a:lnTo>
                    <a:pt x="0" y="300"/>
                  </a:lnTo>
                  <a:lnTo>
                    <a:pt x="1635" y="4036"/>
                  </a:lnTo>
                  <a:lnTo>
                    <a:pt x="4837" y="4036"/>
                  </a:lnTo>
                  <a:lnTo>
                    <a:pt x="3069" y="0"/>
                  </a:ln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9"/>
            <p:cNvSpPr/>
            <p:nvPr/>
          </p:nvSpPr>
          <p:spPr>
            <a:xfrm>
              <a:off x="3883539" y="1797792"/>
              <a:ext cx="701255" cy="762493"/>
            </a:xfrm>
            <a:custGeom>
              <a:avLst/>
              <a:gdLst/>
              <a:ahLst/>
              <a:cxnLst/>
              <a:rect l="l" t="t" r="r" b="b"/>
              <a:pathLst>
                <a:path w="27220" h="29597" extrusionOk="0">
                  <a:moveTo>
                    <a:pt x="16342" y="1"/>
                  </a:moveTo>
                  <a:cubicBezTo>
                    <a:pt x="15988" y="1"/>
                    <a:pt x="15565" y="96"/>
                    <a:pt x="15045" y="334"/>
                  </a:cubicBezTo>
                  <a:cubicBezTo>
                    <a:pt x="11678" y="1870"/>
                    <a:pt x="12731" y="4206"/>
                    <a:pt x="10234" y="4206"/>
                  </a:cubicBezTo>
                  <a:cubicBezTo>
                    <a:pt x="10182" y="4206"/>
                    <a:pt x="10129" y="4205"/>
                    <a:pt x="10074" y="4203"/>
                  </a:cubicBezTo>
                  <a:cubicBezTo>
                    <a:pt x="10013" y="4201"/>
                    <a:pt x="9952" y="4200"/>
                    <a:pt x="9891" y="4200"/>
                  </a:cubicBezTo>
                  <a:cubicBezTo>
                    <a:pt x="7324" y="4200"/>
                    <a:pt x="5618" y="6241"/>
                    <a:pt x="6205" y="7773"/>
                  </a:cubicBezTo>
                  <a:cubicBezTo>
                    <a:pt x="6805" y="9340"/>
                    <a:pt x="7706" y="10808"/>
                    <a:pt x="5805" y="11442"/>
                  </a:cubicBezTo>
                  <a:cubicBezTo>
                    <a:pt x="3903" y="12076"/>
                    <a:pt x="2636" y="12643"/>
                    <a:pt x="2903" y="14210"/>
                  </a:cubicBezTo>
                  <a:cubicBezTo>
                    <a:pt x="3169" y="15778"/>
                    <a:pt x="4537" y="16412"/>
                    <a:pt x="2269" y="17413"/>
                  </a:cubicBezTo>
                  <a:cubicBezTo>
                    <a:pt x="0" y="18447"/>
                    <a:pt x="201" y="22783"/>
                    <a:pt x="2436" y="22783"/>
                  </a:cubicBezTo>
                  <a:cubicBezTo>
                    <a:pt x="4670" y="22783"/>
                    <a:pt x="2536" y="24951"/>
                    <a:pt x="4537" y="27153"/>
                  </a:cubicBezTo>
                  <a:cubicBezTo>
                    <a:pt x="5780" y="28543"/>
                    <a:pt x="7448" y="29175"/>
                    <a:pt x="8828" y="29175"/>
                  </a:cubicBezTo>
                  <a:cubicBezTo>
                    <a:pt x="9634" y="29175"/>
                    <a:pt x="10341" y="28960"/>
                    <a:pt x="10808" y="28554"/>
                  </a:cubicBezTo>
                  <a:cubicBezTo>
                    <a:pt x="11570" y="27913"/>
                    <a:pt x="12380" y="27332"/>
                    <a:pt x="13418" y="27332"/>
                  </a:cubicBezTo>
                  <a:cubicBezTo>
                    <a:pt x="14108" y="27332"/>
                    <a:pt x="14900" y="27588"/>
                    <a:pt x="15845" y="28254"/>
                  </a:cubicBezTo>
                  <a:cubicBezTo>
                    <a:pt x="17027" y="29075"/>
                    <a:pt x="18598" y="29597"/>
                    <a:pt x="19868" y="29597"/>
                  </a:cubicBezTo>
                  <a:cubicBezTo>
                    <a:pt x="21177" y="29597"/>
                    <a:pt x="22168" y="29042"/>
                    <a:pt x="22083" y="27687"/>
                  </a:cubicBezTo>
                  <a:cubicBezTo>
                    <a:pt x="21883" y="25052"/>
                    <a:pt x="19581" y="23317"/>
                    <a:pt x="21749" y="21949"/>
                  </a:cubicBezTo>
                  <a:cubicBezTo>
                    <a:pt x="23951" y="20548"/>
                    <a:pt x="26753" y="19881"/>
                    <a:pt x="25886" y="17213"/>
                  </a:cubicBezTo>
                  <a:cubicBezTo>
                    <a:pt x="25319" y="15545"/>
                    <a:pt x="23617" y="14077"/>
                    <a:pt x="24985" y="12843"/>
                  </a:cubicBezTo>
                  <a:cubicBezTo>
                    <a:pt x="27220" y="10808"/>
                    <a:pt x="27220" y="6238"/>
                    <a:pt x="24485" y="5071"/>
                  </a:cubicBezTo>
                  <a:cubicBezTo>
                    <a:pt x="23020" y="4447"/>
                    <a:pt x="24263" y="1523"/>
                    <a:pt x="20269" y="1523"/>
                  </a:cubicBezTo>
                  <a:cubicBezTo>
                    <a:pt x="19989" y="1523"/>
                    <a:pt x="19682" y="1537"/>
                    <a:pt x="19348" y="1568"/>
                  </a:cubicBezTo>
                  <a:cubicBezTo>
                    <a:pt x="19309" y="1571"/>
                    <a:pt x="19271" y="1573"/>
                    <a:pt x="19235" y="1573"/>
                  </a:cubicBezTo>
                  <a:cubicBezTo>
                    <a:pt x="18090" y="1573"/>
                    <a:pt x="17780" y="1"/>
                    <a:pt x="163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9"/>
            <p:cNvSpPr/>
            <p:nvPr/>
          </p:nvSpPr>
          <p:spPr>
            <a:xfrm>
              <a:off x="3875810" y="2363236"/>
              <a:ext cx="429693" cy="385021"/>
            </a:xfrm>
            <a:custGeom>
              <a:avLst/>
              <a:gdLst/>
              <a:ahLst/>
              <a:cxnLst/>
              <a:rect l="l" t="t" r="r" b="b"/>
              <a:pathLst>
                <a:path w="16679" h="14945" extrusionOk="0">
                  <a:moveTo>
                    <a:pt x="10574" y="12042"/>
                  </a:moveTo>
                  <a:cubicBezTo>
                    <a:pt x="10535" y="12052"/>
                    <a:pt x="10499" y="12056"/>
                    <a:pt x="10465" y="12056"/>
                  </a:cubicBezTo>
                  <a:cubicBezTo>
                    <a:pt x="10463" y="12056"/>
                    <a:pt x="10461" y="12056"/>
                    <a:pt x="10459" y="12056"/>
                  </a:cubicBezTo>
                  <a:lnTo>
                    <a:pt x="10459" y="12056"/>
                  </a:lnTo>
                  <a:cubicBezTo>
                    <a:pt x="10465" y="12051"/>
                    <a:pt x="10470" y="12047"/>
                    <a:pt x="10474" y="12042"/>
                  </a:cubicBezTo>
                  <a:close/>
                  <a:moveTo>
                    <a:pt x="13443" y="0"/>
                  </a:moveTo>
                  <a:cubicBezTo>
                    <a:pt x="13343" y="1034"/>
                    <a:pt x="13210" y="2135"/>
                    <a:pt x="13043" y="3203"/>
                  </a:cubicBezTo>
                  <a:cubicBezTo>
                    <a:pt x="12876" y="4303"/>
                    <a:pt x="12676" y="5371"/>
                    <a:pt x="12409" y="6405"/>
                  </a:cubicBezTo>
                  <a:cubicBezTo>
                    <a:pt x="12142" y="7472"/>
                    <a:pt x="11842" y="8506"/>
                    <a:pt x="11508" y="9507"/>
                  </a:cubicBezTo>
                  <a:cubicBezTo>
                    <a:pt x="11342" y="10007"/>
                    <a:pt x="11142" y="10474"/>
                    <a:pt x="10908" y="10975"/>
                  </a:cubicBezTo>
                  <a:cubicBezTo>
                    <a:pt x="10808" y="11208"/>
                    <a:pt x="10708" y="11442"/>
                    <a:pt x="10574" y="11675"/>
                  </a:cubicBezTo>
                  <a:cubicBezTo>
                    <a:pt x="10541" y="11775"/>
                    <a:pt x="10474" y="11876"/>
                    <a:pt x="10408" y="12009"/>
                  </a:cubicBezTo>
                  <a:lnTo>
                    <a:pt x="10384" y="12049"/>
                  </a:lnTo>
                  <a:lnTo>
                    <a:pt x="10384" y="12049"/>
                  </a:lnTo>
                  <a:cubicBezTo>
                    <a:pt x="10334" y="12040"/>
                    <a:pt x="10287" y="12024"/>
                    <a:pt x="10241" y="12009"/>
                  </a:cubicBezTo>
                  <a:cubicBezTo>
                    <a:pt x="9807" y="11909"/>
                    <a:pt x="9374" y="11742"/>
                    <a:pt x="9007" y="11509"/>
                  </a:cubicBezTo>
                  <a:cubicBezTo>
                    <a:pt x="8073" y="10975"/>
                    <a:pt x="7172" y="10408"/>
                    <a:pt x="6338" y="9741"/>
                  </a:cubicBezTo>
                  <a:cubicBezTo>
                    <a:pt x="5437" y="9073"/>
                    <a:pt x="4570" y="8373"/>
                    <a:pt x="3703" y="7672"/>
                  </a:cubicBezTo>
                  <a:cubicBezTo>
                    <a:pt x="2836" y="6939"/>
                    <a:pt x="2002" y="6205"/>
                    <a:pt x="1168" y="5471"/>
                  </a:cubicBezTo>
                  <a:lnTo>
                    <a:pt x="0" y="6605"/>
                  </a:lnTo>
                  <a:cubicBezTo>
                    <a:pt x="1468" y="8406"/>
                    <a:pt x="3069" y="10074"/>
                    <a:pt x="4770" y="11642"/>
                  </a:cubicBezTo>
                  <a:cubicBezTo>
                    <a:pt x="5671" y="12443"/>
                    <a:pt x="6605" y="13176"/>
                    <a:pt x="7606" y="13844"/>
                  </a:cubicBezTo>
                  <a:cubicBezTo>
                    <a:pt x="8206" y="14211"/>
                    <a:pt x="8807" y="14511"/>
                    <a:pt x="9440" y="14744"/>
                  </a:cubicBezTo>
                  <a:cubicBezTo>
                    <a:pt x="9874" y="14911"/>
                    <a:pt x="10341" y="14944"/>
                    <a:pt x="10808" y="14944"/>
                  </a:cubicBezTo>
                  <a:cubicBezTo>
                    <a:pt x="11108" y="14911"/>
                    <a:pt x="11408" y="14844"/>
                    <a:pt x="11709" y="14711"/>
                  </a:cubicBezTo>
                  <a:cubicBezTo>
                    <a:pt x="12009" y="14544"/>
                    <a:pt x="12309" y="14344"/>
                    <a:pt x="12543" y="14077"/>
                  </a:cubicBezTo>
                  <a:cubicBezTo>
                    <a:pt x="12643" y="13977"/>
                    <a:pt x="12743" y="13844"/>
                    <a:pt x="12809" y="13710"/>
                  </a:cubicBezTo>
                  <a:lnTo>
                    <a:pt x="12943" y="13510"/>
                  </a:lnTo>
                  <a:cubicBezTo>
                    <a:pt x="13010" y="13377"/>
                    <a:pt x="13110" y="13243"/>
                    <a:pt x="13176" y="13110"/>
                  </a:cubicBezTo>
                  <a:cubicBezTo>
                    <a:pt x="13343" y="12843"/>
                    <a:pt x="13477" y="12576"/>
                    <a:pt x="13610" y="12309"/>
                  </a:cubicBezTo>
                  <a:cubicBezTo>
                    <a:pt x="13877" y="11742"/>
                    <a:pt x="14144" y="11175"/>
                    <a:pt x="14377" y="10641"/>
                  </a:cubicBezTo>
                  <a:cubicBezTo>
                    <a:pt x="14844" y="9507"/>
                    <a:pt x="15211" y="8373"/>
                    <a:pt x="15511" y="7239"/>
                  </a:cubicBezTo>
                  <a:cubicBezTo>
                    <a:pt x="15812" y="6071"/>
                    <a:pt x="16078" y="4937"/>
                    <a:pt x="16245" y="3770"/>
                  </a:cubicBezTo>
                  <a:cubicBezTo>
                    <a:pt x="16445" y="2602"/>
                    <a:pt x="16612" y="1468"/>
                    <a:pt x="16679" y="234"/>
                  </a:cubicBezTo>
                  <a:lnTo>
                    <a:pt x="13443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9"/>
            <p:cNvSpPr/>
            <p:nvPr/>
          </p:nvSpPr>
          <p:spPr>
            <a:xfrm>
              <a:off x="4161971" y="2297775"/>
              <a:ext cx="212077" cy="239076"/>
            </a:xfrm>
            <a:custGeom>
              <a:avLst/>
              <a:gdLst/>
              <a:ahLst/>
              <a:cxnLst/>
              <a:rect l="l" t="t" r="r" b="b"/>
              <a:pathLst>
                <a:path w="8232" h="9280" extrusionOk="0">
                  <a:moveTo>
                    <a:pt x="4716" y="1"/>
                  </a:moveTo>
                  <a:cubicBezTo>
                    <a:pt x="4412" y="1"/>
                    <a:pt x="4114" y="55"/>
                    <a:pt x="3836" y="173"/>
                  </a:cubicBezTo>
                  <a:cubicBezTo>
                    <a:pt x="968" y="1474"/>
                    <a:pt x="367" y="4276"/>
                    <a:pt x="0" y="6878"/>
                  </a:cubicBezTo>
                  <a:lnTo>
                    <a:pt x="4837" y="9046"/>
                  </a:lnTo>
                  <a:lnTo>
                    <a:pt x="5437" y="9279"/>
                  </a:lnTo>
                  <a:cubicBezTo>
                    <a:pt x="5437" y="9279"/>
                    <a:pt x="5838" y="8512"/>
                    <a:pt x="6338" y="7512"/>
                  </a:cubicBezTo>
                  <a:cubicBezTo>
                    <a:pt x="6972" y="6077"/>
                    <a:pt x="7839" y="4176"/>
                    <a:pt x="8006" y="3175"/>
                  </a:cubicBezTo>
                  <a:cubicBezTo>
                    <a:pt x="8232" y="1624"/>
                    <a:pt x="6382" y="1"/>
                    <a:pt x="47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9"/>
            <p:cNvSpPr/>
            <p:nvPr/>
          </p:nvSpPr>
          <p:spPr>
            <a:xfrm>
              <a:off x="4286555" y="2443149"/>
              <a:ext cx="37845" cy="93698"/>
            </a:xfrm>
            <a:custGeom>
              <a:avLst/>
              <a:gdLst/>
              <a:ahLst/>
              <a:cxnLst/>
              <a:rect l="l" t="t" r="r" b="b"/>
              <a:pathLst>
                <a:path w="1469" h="3637" extrusionOk="0">
                  <a:moveTo>
                    <a:pt x="835" y="1"/>
                  </a:moveTo>
                  <a:cubicBezTo>
                    <a:pt x="268" y="734"/>
                    <a:pt x="68" y="2369"/>
                    <a:pt x="1" y="3403"/>
                  </a:cubicBezTo>
                  <a:lnTo>
                    <a:pt x="568" y="3636"/>
                  </a:lnTo>
                  <a:cubicBezTo>
                    <a:pt x="568" y="3636"/>
                    <a:pt x="968" y="2869"/>
                    <a:pt x="1469" y="1869"/>
                  </a:cubicBezTo>
                  <a:cubicBezTo>
                    <a:pt x="1402" y="1201"/>
                    <a:pt x="1168" y="568"/>
                    <a:pt x="8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9"/>
            <p:cNvSpPr/>
            <p:nvPr/>
          </p:nvSpPr>
          <p:spPr>
            <a:xfrm>
              <a:off x="3839718" y="2456905"/>
              <a:ext cx="80791" cy="87670"/>
            </a:xfrm>
            <a:custGeom>
              <a:avLst/>
              <a:gdLst/>
              <a:ahLst/>
              <a:cxnLst/>
              <a:rect l="l" t="t" r="r" b="b"/>
              <a:pathLst>
                <a:path w="3136" h="3403" extrusionOk="0">
                  <a:moveTo>
                    <a:pt x="3136" y="0"/>
                  </a:moveTo>
                  <a:lnTo>
                    <a:pt x="0" y="1001"/>
                  </a:lnTo>
                  <a:cubicBezTo>
                    <a:pt x="0" y="1001"/>
                    <a:pt x="501" y="2702"/>
                    <a:pt x="1601" y="3403"/>
                  </a:cubicBezTo>
                  <a:lnTo>
                    <a:pt x="2769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9"/>
            <p:cNvSpPr/>
            <p:nvPr/>
          </p:nvSpPr>
          <p:spPr>
            <a:xfrm>
              <a:off x="3827688" y="2397349"/>
              <a:ext cx="92822" cy="88546"/>
            </a:xfrm>
            <a:custGeom>
              <a:avLst/>
              <a:gdLst/>
              <a:ahLst/>
              <a:cxnLst/>
              <a:rect l="l" t="t" r="r" b="b"/>
              <a:pathLst>
                <a:path w="3603" h="3437" extrusionOk="0">
                  <a:moveTo>
                    <a:pt x="2168" y="1"/>
                  </a:moveTo>
                  <a:lnTo>
                    <a:pt x="0" y="1201"/>
                  </a:lnTo>
                  <a:lnTo>
                    <a:pt x="467" y="3436"/>
                  </a:lnTo>
                  <a:lnTo>
                    <a:pt x="3603" y="2402"/>
                  </a:lnTo>
                  <a:lnTo>
                    <a:pt x="2168" y="1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9"/>
            <p:cNvSpPr/>
            <p:nvPr/>
          </p:nvSpPr>
          <p:spPr>
            <a:xfrm>
              <a:off x="5335726" y="4107354"/>
              <a:ext cx="216688" cy="200097"/>
            </a:xfrm>
            <a:custGeom>
              <a:avLst/>
              <a:gdLst/>
              <a:ahLst/>
              <a:cxnLst/>
              <a:rect l="l" t="t" r="r" b="b"/>
              <a:pathLst>
                <a:path w="8411" h="7767" extrusionOk="0">
                  <a:moveTo>
                    <a:pt x="6068" y="0"/>
                  </a:moveTo>
                  <a:cubicBezTo>
                    <a:pt x="6012" y="0"/>
                    <a:pt x="5953" y="17"/>
                    <a:pt x="5908" y="47"/>
                  </a:cubicBezTo>
                  <a:lnTo>
                    <a:pt x="3006" y="2115"/>
                  </a:lnTo>
                  <a:cubicBezTo>
                    <a:pt x="2873" y="2248"/>
                    <a:pt x="2739" y="2415"/>
                    <a:pt x="2706" y="2582"/>
                  </a:cubicBezTo>
                  <a:cubicBezTo>
                    <a:pt x="2439" y="3649"/>
                    <a:pt x="1972" y="4950"/>
                    <a:pt x="271" y="6818"/>
                  </a:cubicBezTo>
                  <a:cubicBezTo>
                    <a:pt x="0" y="7138"/>
                    <a:pt x="365" y="7766"/>
                    <a:pt x="1016" y="7766"/>
                  </a:cubicBezTo>
                  <a:cubicBezTo>
                    <a:pt x="1248" y="7766"/>
                    <a:pt x="1516" y="7687"/>
                    <a:pt x="1805" y="7485"/>
                  </a:cubicBezTo>
                  <a:cubicBezTo>
                    <a:pt x="2873" y="6718"/>
                    <a:pt x="4541" y="5351"/>
                    <a:pt x="5308" y="4784"/>
                  </a:cubicBezTo>
                  <a:cubicBezTo>
                    <a:pt x="6575" y="3883"/>
                    <a:pt x="7109" y="3583"/>
                    <a:pt x="8143" y="2882"/>
                  </a:cubicBezTo>
                  <a:cubicBezTo>
                    <a:pt x="8377" y="2715"/>
                    <a:pt x="8410" y="2348"/>
                    <a:pt x="8210" y="2115"/>
                  </a:cubicBezTo>
                  <a:lnTo>
                    <a:pt x="6242" y="80"/>
                  </a:lnTo>
                  <a:cubicBezTo>
                    <a:pt x="6205" y="25"/>
                    <a:pt x="6138" y="0"/>
                    <a:pt x="60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9"/>
            <p:cNvSpPr/>
            <p:nvPr/>
          </p:nvSpPr>
          <p:spPr>
            <a:xfrm>
              <a:off x="4740296" y="4359484"/>
              <a:ext cx="280167" cy="97975"/>
            </a:xfrm>
            <a:custGeom>
              <a:avLst/>
              <a:gdLst/>
              <a:ahLst/>
              <a:cxnLst/>
              <a:rect l="l" t="t" r="r" b="b"/>
              <a:pathLst>
                <a:path w="10875" h="3803" extrusionOk="0">
                  <a:moveTo>
                    <a:pt x="5905" y="0"/>
                  </a:moveTo>
                  <a:cubicBezTo>
                    <a:pt x="5705" y="0"/>
                    <a:pt x="5538" y="67"/>
                    <a:pt x="5371" y="200"/>
                  </a:cubicBezTo>
                  <a:cubicBezTo>
                    <a:pt x="4604" y="934"/>
                    <a:pt x="3136" y="1701"/>
                    <a:pt x="568" y="2268"/>
                  </a:cubicBezTo>
                  <a:cubicBezTo>
                    <a:pt x="1" y="2402"/>
                    <a:pt x="301" y="3803"/>
                    <a:pt x="1668" y="3803"/>
                  </a:cubicBezTo>
                  <a:lnTo>
                    <a:pt x="10341" y="3803"/>
                  </a:lnTo>
                  <a:cubicBezTo>
                    <a:pt x="10641" y="3803"/>
                    <a:pt x="10875" y="3503"/>
                    <a:pt x="10808" y="3202"/>
                  </a:cubicBezTo>
                  <a:lnTo>
                    <a:pt x="9974" y="234"/>
                  </a:lnTo>
                  <a:cubicBezTo>
                    <a:pt x="9941" y="100"/>
                    <a:pt x="9808" y="0"/>
                    <a:pt x="96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9"/>
            <p:cNvSpPr/>
            <p:nvPr/>
          </p:nvSpPr>
          <p:spPr>
            <a:xfrm>
              <a:off x="4209218" y="2179323"/>
              <a:ext cx="536272" cy="591275"/>
            </a:xfrm>
            <a:custGeom>
              <a:avLst/>
              <a:gdLst/>
              <a:ahLst/>
              <a:cxnLst/>
              <a:rect l="l" t="t" r="r" b="b"/>
              <a:pathLst>
                <a:path w="20816" h="22951" extrusionOk="0">
                  <a:moveTo>
                    <a:pt x="17146" y="1"/>
                  </a:moveTo>
                  <a:cubicBezTo>
                    <a:pt x="15612" y="168"/>
                    <a:pt x="14078" y="435"/>
                    <a:pt x="12576" y="768"/>
                  </a:cubicBezTo>
                  <a:cubicBezTo>
                    <a:pt x="12310" y="835"/>
                    <a:pt x="12009" y="902"/>
                    <a:pt x="11743" y="968"/>
                  </a:cubicBezTo>
                  <a:cubicBezTo>
                    <a:pt x="9841" y="1435"/>
                    <a:pt x="7973" y="2002"/>
                    <a:pt x="6172" y="2736"/>
                  </a:cubicBezTo>
                  <a:cubicBezTo>
                    <a:pt x="5838" y="2870"/>
                    <a:pt x="5538" y="3003"/>
                    <a:pt x="5238" y="3170"/>
                  </a:cubicBezTo>
                  <a:cubicBezTo>
                    <a:pt x="3203" y="4104"/>
                    <a:pt x="1235" y="5205"/>
                    <a:pt x="1235" y="5205"/>
                  </a:cubicBezTo>
                  <a:cubicBezTo>
                    <a:pt x="1235" y="5205"/>
                    <a:pt x="1" y="6105"/>
                    <a:pt x="8507" y="22951"/>
                  </a:cubicBezTo>
                  <a:lnTo>
                    <a:pt x="20816" y="19048"/>
                  </a:lnTo>
                  <a:cubicBezTo>
                    <a:pt x="19848" y="16646"/>
                    <a:pt x="19114" y="14144"/>
                    <a:pt x="18547" y="11609"/>
                  </a:cubicBezTo>
                  <a:cubicBezTo>
                    <a:pt x="18281" y="10041"/>
                    <a:pt x="17980" y="8273"/>
                    <a:pt x="17713" y="6039"/>
                  </a:cubicBezTo>
                  <a:cubicBezTo>
                    <a:pt x="17513" y="4304"/>
                    <a:pt x="17347" y="2336"/>
                    <a:pt x="171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9"/>
            <p:cNvSpPr/>
            <p:nvPr/>
          </p:nvSpPr>
          <p:spPr>
            <a:xfrm>
              <a:off x="4628593" y="2297930"/>
              <a:ext cx="59305" cy="180492"/>
            </a:xfrm>
            <a:custGeom>
              <a:avLst/>
              <a:gdLst/>
              <a:ahLst/>
              <a:cxnLst/>
              <a:rect l="l" t="t" r="r" b="b"/>
              <a:pathLst>
                <a:path w="2302" h="7006" extrusionOk="0">
                  <a:moveTo>
                    <a:pt x="300" y="0"/>
                  </a:moveTo>
                  <a:lnTo>
                    <a:pt x="300" y="0"/>
                  </a:lnTo>
                  <a:cubicBezTo>
                    <a:pt x="0" y="1468"/>
                    <a:pt x="1134" y="5337"/>
                    <a:pt x="2302" y="7005"/>
                  </a:cubicBezTo>
                  <a:cubicBezTo>
                    <a:pt x="2002" y="5471"/>
                    <a:pt x="1735" y="3669"/>
                    <a:pt x="1468" y="1435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9"/>
            <p:cNvSpPr/>
            <p:nvPr/>
          </p:nvSpPr>
          <p:spPr>
            <a:xfrm>
              <a:off x="4439528" y="2193080"/>
              <a:ext cx="140972" cy="219162"/>
            </a:xfrm>
            <a:custGeom>
              <a:avLst/>
              <a:gdLst/>
              <a:ahLst/>
              <a:cxnLst/>
              <a:rect l="l" t="t" r="r" b="b"/>
              <a:pathLst>
                <a:path w="5472" h="8507" extrusionOk="0">
                  <a:moveTo>
                    <a:pt x="4337" y="1"/>
                  </a:moveTo>
                  <a:lnTo>
                    <a:pt x="4337" y="1"/>
                  </a:lnTo>
                  <a:cubicBezTo>
                    <a:pt x="3803" y="101"/>
                    <a:pt x="3303" y="234"/>
                    <a:pt x="2803" y="434"/>
                  </a:cubicBezTo>
                  <a:lnTo>
                    <a:pt x="601" y="3803"/>
                  </a:lnTo>
                  <a:lnTo>
                    <a:pt x="1" y="7840"/>
                  </a:lnTo>
                  <a:cubicBezTo>
                    <a:pt x="1" y="7840"/>
                    <a:pt x="795" y="7660"/>
                    <a:pt x="1709" y="7660"/>
                  </a:cubicBezTo>
                  <a:cubicBezTo>
                    <a:pt x="2602" y="7660"/>
                    <a:pt x="3609" y="7831"/>
                    <a:pt x="4103" y="8507"/>
                  </a:cubicBezTo>
                  <a:cubicBezTo>
                    <a:pt x="5471" y="7139"/>
                    <a:pt x="5004" y="1902"/>
                    <a:pt x="43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9"/>
            <p:cNvSpPr/>
            <p:nvPr/>
          </p:nvSpPr>
          <p:spPr>
            <a:xfrm>
              <a:off x="4305464" y="2249807"/>
              <a:ext cx="134094" cy="201102"/>
            </a:xfrm>
            <a:custGeom>
              <a:avLst/>
              <a:gdLst/>
              <a:ahLst/>
              <a:cxnLst/>
              <a:rect l="l" t="t" r="r" b="b"/>
              <a:pathLst>
                <a:path w="5205" h="7806" extrusionOk="0">
                  <a:moveTo>
                    <a:pt x="2436" y="0"/>
                  </a:moveTo>
                  <a:cubicBezTo>
                    <a:pt x="1869" y="134"/>
                    <a:pt x="1368" y="334"/>
                    <a:pt x="868" y="567"/>
                  </a:cubicBezTo>
                  <a:cubicBezTo>
                    <a:pt x="201" y="2435"/>
                    <a:pt x="1" y="5638"/>
                    <a:pt x="2903" y="7806"/>
                  </a:cubicBezTo>
                  <a:cubicBezTo>
                    <a:pt x="3136" y="6105"/>
                    <a:pt x="5205" y="5638"/>
                    <a:pt x="5205" y="5638"/>
                  </a:cubicBezTo>
                  <a:lnTo>
                    <a:pt x="4604" y="2435"/>
                  </a:lnTo>
                  <a:lnTo>
                    <a:pt x="24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9"/>
            <p:cNvSpPr/>
            <p:nvPr/>
          </p:nvSpPr>
          <p:spPr>
            <a:xfrm>
              <a:off x="4338980" y="2093511"/>
              <a:ext cx="197676" cy="301550"/>
            </a:xfrm>
            <a:custGeom>
              <a:avLst/>
              <a:gdLst/>
              <a:ahLst/>
              <a:cxnLst/>
              <a:rect l="l" t="t" r="r" b="b"/>
              <a:pathLst>
                <a:path w="7673" h="11705" extrusionOk="0">
                  <a:moveTo>
                    <a:pt x="3625" y="0"/>
                  </a:moveTo>
                  <a:cubicBezTo>
                    <a:pt x="3297" y="0"/>
                    <a:pt x="2969" y="149"/>
                    <a:pt x="2769" y="463"/>
                  </a:cubicBezTo>
                  <a:lnTo>
                    <a:pt x="1669" y="2231"/>
                  </a:lnTo>
                  <a:cubicBezTo>
                    <a:pt x="2469" y="3499"/>
                    <a:pt x="2970" y="4966"/>
                    <a:pt x="1135" y="6067"/>
                  </a:cubicBezTo>
                  <a:cubicBezTo>
                    <a:pt x="1135" y="6067"/>
                    <a:pt x="1" y="8903"/>
                    <a:pt x="3937" y="11705"/>
                  </a:cubicBezTo>
                  <a:cubicBezTo>
                    <a:pt x="7673" y="7068"/>
                    <a:pt x="6706" y="4299"/>
                    <a:pt x="6706" y="4299"/>
                  </a:cubicBezTo>
                  <a:cubicBezTo>
                    <a:pt x="5671" y="3799"/>
                    <a:pt x="5038" y="2298"/>
                    <a:pt x="4637" y="763"/>
                  </a:cubicBezTo>
                  <a:cubicBezTo>
                    <a:pt x="4504" y="267"/>
                    <a:pt x="4064" y="0"/>
                    <a:pt x="3625" y="0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9"/>
            <p:cNvSpPr/>
            <p:nvPr/>
          </p:nvSpPr>
          <p:spPr>
            <a:xfrm>
              <a:off x="4400860" y="2092867"/>
              <a:ext cx="71362" cy="70924"/>
            </a:xfrm>
            <a:custGeom>
              <a:avLst/>
              <a:gdLst/>
              <a:ahLst/>
              <a:cxnLst/>
              <a:rect l="l" t="t" r="r" b="b"/>
              <a:pathLst>
                <a:path w="2770" h="2753" extrusionOk="0">
                  <a:moveTo>
                    <a:pt x="1224" y="1"/>
                  </a:moveTo>
                  <a:cubicBezTo>
                    <a:pt x="889" y="1"/>
                    <a:pt x="549" y="158"/>
                    <a:pt x="334" y="488"/>
                  </a:cubicBezTo>
                  <a:lnTo>
                    <a:pt x="0" y="1055"/>
                  </a:lnTo>
                  <a:cubicBezTo>
                    <a:pt x="34" y="1422"/>
                    <a:pt x="34" y="1722"/>
                    <a:pt x="34" y="1889"/>
                  </a:cubicBezTo>
                  <a:cubicBezTo>
                    <a:pt x="15" y="2503"/>
                    <a:pt x="514" y="2753"/>
                    <a:pt x="1176" y="2753"/>
                  </a:cubicBezTo>
                  <a:cubicBezTo>
                    <a:pt x="1666" y="2753"/>
                    <a:pt x="2245" y="2616"/>
                    <a:pt x="2769" y="2390"/>
                  </a:cubicBezTo>
                  <a:cubicBezTo>
                    <a:pt x="2536" y="1889"/>
                    <a:pt x="2369" y="1322"/>
                    <a:pt x="2235" y="788"/>
                  </a:cubicBezTo>
                  <a:cubicBezTo>
                    <a:pt x="2102" y="276"/>
                    <a:pt x="1667" y="1"/>
                    <a:pt x="1224" y="1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9"/>
            <p:cNvSpPr/>
            <p:nvPr/>
          </p:nvSpPr>
          <p:spPr>
            <a:xfrm>
              <a:off x="4236320" y="1854855"/>
              <a:ext cx="280167" cy="302684"/>
            </a:xfrm>
            <a:custGeom>
              <a:avLst/>
              <a:gdLst/>
              <a:ahLst/>
              <a:cxnLst/>
              <a:rect l="l" t="t" r="r" b="b"/>
              <a:pathLst>
                <a:path w="10875" h="11749" extrusionOk="0">
                  <a:moveTo>
                    <a:pt x="5100" y="0"/>
                  </a:moveTo>
                  <a:cubicBezTo>
                    <a:pt x="2143" y="0"/>
                    <a:pt x="0" y="2988"/>
                    <a:pt x="1084" y="5824"/>
                  </a:cubicBezTo>
                  <a:cubicBezTo>
                    <a:pt x="2151" y="8793"/>
                    <a:pt x="2551" y="10061"/>
                    <a:pt x="4519" y="11162"/>
                  </a:cubicBezTo>
                  <a:cubicBezTo>
                    <a:pt x="5260" y="11565"/>
                    <a:pt x="6024" y="11749"/>
                    <a:pt x="6753" y="11749"/>
                  </a:cubicBezTo>
                  <a:cubicBezTo>
                    <a:pt x="8980" y="11749"/>
                    <a:pt x="10875" y="10030"/>
                    <a:pt x="10724" y="7592"/>
                  </a:cubicBezTo>
                  <a:cubicBezTo>
                    <a:pt x="10590" y="4724"/>
                    <a:pt x="8823" y="354"/>
                    <a:pt x="5520" y="20"/>
                  </a:cubicBezTo>
                  <a:cubicBezTo>
                    <a:pt x="5378" y="7"/>
                    <a:pt x="5238" y="0"/>
                    <a:pt x="5100" y="0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9"/>
            <p:cNvSpPr/>
            <p:nvPr/>
          </p:nvSpPr>
          <p:spPr>
            <a:xfrm>
              <a:off x="4223825" y="1841020"/>
              <a:ext cx="245929" cy="244306"/>
            </a:xfrm>
            <a:custGeom>
              <a:avLst/>
              <a:gdLst/>
              <a:ahLst/>
              <a:cxnLst/>
              <a:rect l="l" t="t" r="r" b="b"/>
              <a:pathLst>
                <a:path w="9546" h="9483" extrusionOk="0">
                  <a:moveTo>
                    <a:pt x="8774" y="2225"/>
                  </a:moveTo>
                  <a:lnTo>
                    <a:pt x="8774" y="2225"/>
                  </a:lnTo>
                  <a:cubicBezTo>
                    <a:pt x="8349" y="2675"/>
                    <a:pt x="7773" y="2901"/>
                    <a:pt x="7188" y="2901"/>
                  </a:cubicBezTo>
                  <a:cubicBezTo>
                    <a:pt x="6993" y="2901"/>
                    <a:pt x="6797" y="2876"/>
                    <a:pt x="6606" y="2826"/>
                  </a:cubicBezTo>
                  <a:cubicBezTo>
                    <a:pt x="7306" y="2592"/>
                    <a:pt x="8040" y="2392"/>
                    <a:pt x="8774" y="2225"/>
                  </a:cubicBezTo>
                  <a:close/>
                  <a:moveTo>
                    <a:pt x="5566" y="0"/>
                  </a:moveTo>
                  <a:cubicBezTo>
                    <a:pt x="5418" y="0"/>
                    <a:pt x="5264" y="8"/>
                    <a:pt x="5105" y="24"/>
                  </a:cubicBezTo>
                  <a:cubicBezTo>
                    <a:pt x="2836" y="290"/>
                    <a:pt x="1936" y="1658"/>
                    <a:pt x="1936" y="1658"/>
                  </a:cubicBezTo>
                  <a:lnTo>
                    <a:pt x="1" y="5894"/>
                  </a:lnTo>
                  <a:cubicBezTo>
                    <a:pt x="1" y="5894"/>
                    <a:pt x="789" y="9483"/>
                    <a:pt x="2151" y="9483"/>
                  </a:cubicBezTo>
                  <a:cubicBezTo>
                    <a:pt x="2471" y="9483"/>
                    <a:pt x="2823" y="9285"/>
                    <a:pt x="3203" y="8796"/>
                  </a:cubicBezTo>
                  <a:cubicBezTo>
                    <a:pt x="4337" y="7329"/>
                    <a:pt x="4371" y="5094"/>
                    <a:pt x="3970" y="3426"/>
                  </a:cubicBezTo>
                  <a:cubicBezTo>
                    <a:pt x="4738" y="3326"/>
                    <a:pt x="5505" y="3159"/>
                    <a:pt x="6272" y="2892"/>
                  </a:cubicBezTo>
                  <a:cubicBezTo>
                    <a:pt x="6650" y="3046"/>
                    <a:pt x="7052" y="3136"/>
                    <a:pt x="7447" y="3136"/>
                  </a:cubicBezTo>
                  <a:cubicBezTo>
                    <a:pt x="7994" y="3136"/>
                    <a:pt x="8529" y="2965"/>
                    <a:pt x="8974" y="2559"/>
                  </a:cubicBezTo>
                  <a:cubicBezTo>
                    <a:pt x="9141" y="2392"/>
                    <a:pt x="9241" y="2258"/>
                    <a:pt x="9341" y="2158"/>
                  </a:cubicBezTo>
                  <a:lnTo>
                    <a:pt x="9408" y="2092"/>
                  </a:lnTo>
                  <a:cubicBezTo>
                    <a:pt x="9545" y="1915"/>
                    <a:pt x="9532" y="1854"/>
                    <a:pt x="9458" y="1854"/>
                  </a:cubicBezTo>
                  <a:cubicBezTo>
                    <a:pt x="9405" y="1854"/>
                    <a:pt x="9323" y="1884"/>
                    <a:pt x="9241" y="1925"/>
                  </a:cubicBezTo>
                  <a:cubicBezTo>
                    <a:pt x="8288" y="1033"/>
                    <a:pt x="7307" y="0"/>
                    <a:pt x="55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9"/>
            <p:cNvSpPr/>
            <p:nvPr/>
          </p:nvSpPr>
          <p:spPr>
            <a:xfrm>
              <a:off x="4256491" y="2040648"/>
              <a:ext cx="76669" cy="69997"/>
            </a:xfrm>
            <a:custGeom>
              <a:avLst/>
              <a:gdLst/>
              <a:ahLst/>
              <a:cxnLst/>
              <a:rect l="l" t="t" r="r" b="b"/>
              <a:pathLst>
                <a:path w="2976" h="2717" extrusionOk="0">
                  <a:moveTo>
                    <a:pt x="1261" y="0"/>
                  </a:moveTo>
                  <a:cubicBezTo>
                    <a:pt x="1208" y="0"/>
                    <a:pt x="1155" y="4"/>
                    <a:pt x="1101" y="13"/>
                  </a:cubicBezTo>
                  <a:cubicBezTo>
                    <a:pt x="367" y="147"/>
                    <a:pt x="0" y="1014"/>
                    <a:pt x="434" y="1615"/>
                  </a:cubicBezTo>
                  <a:cubicBezTo>
                    <a:pt x="768" y="2148"/>
                    <a:pt x="1268" y="2515"/>
                    <a:pt x="1868" y="2682"/>
                  </a:cubicBezTo>
                  <a:cubicBezTo>
                    <a:pt x="1959" y="2706"/>
                    <a:pt x="2044" y="2717"/>
                    <a:pt x="2123" y="2717"/>
                  </a:cubicBezTo>
                  <a:cubicBezTo>
                    <a:pt x="2714" y="2717"/>
                    <a:pt x="2975" y="2095"/>
                    <a:pt x="2769" y="1448"/>
                  </a:cubicBezTo>
                  <a:cubicBezTo>
                    <a:pt x="2582" y="825"/>
                    <a:pt x="1989" y="0"/>
                    <a:pt x="1261" y="0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9"/>
            <p:cNvSpPr/>
            <p:nvPr/>
          </p:nvSpPr>
          <p:spPr>
            <a:xfrm>
              <a:off x="4418043" y="2697520"/>
              <a:ext cx="550880" cy="1567494"/>
            </a:xfrm>
            <a:custGeom>
              <a:avLst/>
              <a:gdLst/>
              <a:ahLst/>
              <a:cxnLst/>
              <a:rect l="l" t="t" r="r" b="b"/>
              <a:pathLst>
                <a:path w="21383" h="60844" extrusionOk="0">
                  <a:moveTo>
                    <a:pt x="9407" y="0"/>
                  </a:moveTo>
                  <a:lnTo>
                    <a:pt x="401" y="2836"/>
                  </a:lnTo>
                  <a:cubicBezTo>
                    <a:pt x="401" y="2836"/>
                    <a:pt x="1" y="28020"/>
                    <a:pt x="3270" y="37127"/>
                  </a:cubicBezTo>
                  <a:cubicBezTo>
                    <a:pt x="6439" y="45833"/>
                    <a:pt x="15912" y="60844"/>
                    <a:pt x="15912" y="60844"/>
                  </a:cubicBezTo>
                  <a:lnTo>
                    <a:pt x="21383" y="60677"/>
                  </a:lnTo>
                  <a:cubicBezTo>
                    <a:pt x="21383" y="60677"/>
                    <a:pt x="12676" y="41697"/>
                    <a:pt x="11242" y="34191"/>
                  </a:cubicBezTo>
                  <a:cubicBezTo>
                    <a:pt x="8874" y="21749"/>
                    <a:pt x="9407" y="1"/>
                    <a:pt x="94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9"/>
            <p:cNvSpPr/>
            <p:nvPr/>
          </p:nvSpPr>
          <p:spPr>
            <a:xfrm>
              <a:off x="4555533" y="2697520"/>
              <a:ext cx="113458" cy="519089"/>
            </a:xfrm>
            <a:custGeom>
              <a:avLst/>
              <a:gdLst/>
              <a:ahLst/>
              <a:cxnLst/>
              <a:rect l="l" t="t" r="r" b="b"/>
              <a:pathLst>
                <a:path w="4404" h="20149" extrusionOk="0">
                  <a:moveTo>
                    <a:pt x="4070" y="0"/>
                  </a:moveTo>
                  <a:lnTo>
                    <a:pt x="1468" y="834"/>
                  </a:lnTo>
                  <a:lnTo>
                    <a:pt x="1" y="5004"/>
                  </a:lnTo>
                  <a:cubicBezTo>
                    <a:pt x="1" y="7272"/>
                    <a:pt x="2036" y="15611"/>
                    <a:pt x="4404" y="20148"/>
                  </a:cubicBezTo>
                  <a:cubicBezTo>
                    <a:pt x="3837" y="9907"/>
                    <a:pt x="4070" y="0"/>
                    <a:pt x="40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9"/>
            <p:cNvSpPr/>
            <p:nvPr/>
          </p:nvSpPr>
          <p:spPr>
            <a:xfrm>
              <a:off x="4781540" y="4214239"/>
              <a:ext cx="201128" cy="57605"/>
            </a:xfrm>
            <a:custGeom>
              <a:avLst/>
              <a:gdLst/>
              <a:ahLst/>
              <a:cxnLst/>
              <a:rect l="l" t="t" r="r" b="b"/>
              <a:pathLst>
                <a:path w="7807" h="2236" extrusionOk="0">
                  <a:moveTo>
                    <a:pt x="7406" y="1"/>
                  </a:moveTo>
                  <a:lnTo>
                    <a:pt x="1" y="334"/>
                  </a:lnTo>
                  <a:lnTo>
                    <a:pt x="1035" y="2236"/>
                  </a:lnTo>
                  <a:lnTo>
                    <a:pt x="7806" y="2069"/>
                  </a:lnTo>
                  <a:lnTo>
                    <a:pt x="74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9"/>
            <p:cNvSpPr/>
            <p:nvPr/>
          </p:nvSpPr>
          <p:spPr>
            <a:xfrm>
              <a:off x="4497955" y="2670006"/>
              <a:ext cx="933298" cy="1411965"/>
            </a:xfrm>
            <a:custGeom>
              <a:avLst/>
              <a:gdLst/>
              <a:ahLst/>
              <a:cxnLst/>
              <a:rect l="l" t="t" r="r" b="b"/>
              <a:pathLst>
                <a:path w="36227" h="54807" extrusionOk="0">
                  <a:moveTo>
                    <a:pt x="9574" y="1"/>
                  </a:moveTo>
                  <a:lnTo>
                    <a:pt x="1" y="3103"/>
                  </a:lnTo>
                  <a:cubicBezTo>
                    <a:pt x="1" y="3103"/>
                    <a:pt x="8540" y="22650"/>
                    <a:pt x="14044" y="33758"/>
                  </a:cubicBezTo>
                  <a:cubicBezTo>
                    <a:pt x="18514" y="42765"/>
                    <a:pt x="32391" y="54807"/>
                    <a:pt x="32391" y="54807"/>
                  </a:cubicBezTo>
                  <a:lnTo>
                    <a:pt x="36227" y="52172"/>
                  </a:lnTo>
                  <a:cubicBezTo>
                    <a:pt x="36227" y="52172"/>
                    <a:pt x="25753" y="37895"/>
                    <a:pt x="22684" y="31790"/>
                  </a:cubicBezTo>
                  <a:cubicBezTo>
                    <a:pt x="12810" y="12276"/>
                    <a:pt x="15245" y="4237"/>
                    <a:pt x="9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9"/>
            <p:cNvSpPr/>
            <p:nvPr/>
          </p:nvSpPr>
          <p:spPr>
            <a:xfrm>
              <a:off x="5301437" y="3982229"/>
              <a:ext cx="152128" cy="132368"/>
            </a:xfrm>
            <a:custGeom>
              <a:avLst/>
              <a:gdLst/>
              <a:ahLst/>
              <a:cxnLst/>
              <a:rect l="l" t="t" r="r" b="b"/>
              <a:pathLst>
                <a:path w="5905" h="5138" extrusionOk="0">
                  <a:moveTo>
                    <a:pt x="4904" y="0"/>
                  </a:moveTo>
                  <a:lnTo>
                    <a:pt x="1" y="3736"/>
                  </a:lnTo>
                  <a:lnTo>
                    <a:pt x="1435" y="5137"/>
                  </a:lnTo>
                  <a:lnTo>
                    <a:pt x="5905" y="1968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9"/>
            <p:cNvSpPr/>
            <p:nvPr/>
          </p:nvSpPr>
          <p:spPr>
            <a:xfrm>
              <a:off x="4412890" y="2648830"/>
              <a:ext cx="356656" cy="136696"/>
            </a:xfrm>
            <a:custGeom>
              <a:avLst/>
              <a:gdLst/>
              <a:ahLst/>
              <a:cxnLst/>
              <a:rect l="l" t="t" r="r" b="b"/>
              <a:pathLst>
                <a:path w="13844" h="5306" extrusionOk="0">
                  <a:moveTo>
                    <a:pt x="12738" y="0"/>
                  </a:moveTo>
                  <a:cubicBezTo>
                    <a:pt x="12704" y="0"/>
                    <a:pt x="12670" y="8"/>
                    <a:pt x="12643" y="22"/>
                  </a:cubicBezTo>
                  <a:lnTo>
                    <a:pt x="201" y="3958"/>
                  </a:lnTo>
                  <a:cubicBezTo>
                    <a:pt x="67" y="3992"/>
                    <a:pt x="0" y="4092"/>
                    <a:pt x="34" y="4159"/>
                  </a:cubicBezTo>
                  <a:lnTo>
                    <a:pt x="501" y="5226"/>
                  </a:lnTo>
                  <a:cubicBezTo>
                    <a:pt x="525" y="5275"/>
                    <a:pt x="585" y="5306"/>
                    <a:pt x="655" y="5306"/>
                  </a:cubicBezTo>
                  <a:cubicBezTo>
                    <a:pt x="681" y="5306"/>
                    <a:pt x="707" y="5302"/>
                    <a:pt x="734" y="5293"/>
                  </a:cubicBezTo>
                  <a:lnTo>
                    <a:pt x="13644" y="1223"/>
                  </a:lnTo>
                  <a:cubicBezTo>
                    <a:pt x="13777" y="1156"/>
                    <a:pt x="13844" y="1056"/>
                    <a:pt x="13777" y="990"/>
                  </a:cubicBezTo>
                  <a:lnTo>
                    <a:pt x="12876" y="56"/>
                  </a:lnTo>
                  <a:cubicBezTo>
                    <a:pt x="12837" y="17"/>
                    <a:pt x="12787" y="0"/>
                    <a:pt x="127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9"/>
            <p:cNvSpPr/>
            <p:nvPr/>
          </p:nvSpPr>
          <p:spPr>
            <a:xfrm>
              <a:off x="4692173" y="2657125"/>
              <a:ext cx="31817" cy="42998"/>
            </a:xfrm>
            <a:custGeom>
              <a:avLst/>
              <a:gdLst/>
              <a:ahLst/>
              <a:cxnLst/>
              <a:rect l="l" t="t" r="r" b="b"/>
              <a:pathLst>
                <a:path w="1235" h="1669" extrusionOk="0">
                  <a:moveTo>
                    <a:pt x="434" y="0"/>
                  </a:moveTo>
                  <a:lnTo>
                    <a:pt x="101" y="134"/>
                  </a:lnTo>
                  <a:cubicBezTo>
                    <a:pt x="34" y="134"/>
                    <a:pt x="1" y="201"/>
                    <a:pt x="34" y="234"/>
                  </a:cubicBezTo>
                  <a:lnTo>
                    <a:pt x="634" y="1602"/>
                  </a:lnTo>
                  <a:cubicBezTo>
                    <a:pt x="634" y="1668"/>
                    <a:pt x="701" y="1668"/>
                    <a:pt x="801" y="1668"/>
                  </a:cubicBezTo>
                  <a:lnTo>
                    <a:pt x="1135" y="1535"/>
                  </a:lnTo>
                  <a:cubicBezTo>
                    <a:pt x="1201" y="1535"/>
                    <a:pt x="1235" y="1468"/>
                    <a:pt x="1201" y="1435"/>
                  </a:cubicBezTo>
                  <a:lnTo>
                    <a:pt x="601" y="67"/>
                  </a:lnTo>
                  <a:cubicBezTo>
                    <a:pt x="568" y="0"/>
                    <a:pt x="501" y="0"/>
                    <a:pt x="4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9"/>
            <p:cNvSpPr/>
            <p:nvPr/>
          </p:nvSpPr>
          <p:spPr>
            <a:xfrm>
              <a:off x="4436952" y="2738403"/>
              <a:ext cx="30967" cy="42482"/>
            </a:xfrm>
            <a:custGeom>
              <a:avLst/>
              <a:gdLst/>
              <a:ahLst/>
              <a:cxnLst/>
              <a:rect l="l" t="t" r="r" b="b"/>
              <a:pathLst>
                <a:path w="1202" h="1649" extrusionOk="0">
                  <a:moveTo>
                    <a:pt x="491" y="1"/>
                  </a:moveTo>
                  <a:cubicBezTo>
                    <a:pt x="473" y="1"/>
                    <a:pt x="454" y="5"/>
                    <a:pt x="434" y="14"/>
                  </a:cubicBezTo>
                  <a:lnTo>
                    <a:pt x="101" y="115"/>
                  </a:lnTo>
                  <a:cubicBezTo>
                    <a:pt x="34" y="148"/>
                    <a:pt x="0" y="181"/>
                    <a:pt x="0" y="215"/>
                  </a:cubicBezTo>
                  <a:lnTo>
                    <a:pt x="601" y="1616"/>
                  </a:lnTo>
                  <a:cubicBezTo>
                    <a:pt x="634" y="1649"/>
                    <a:pt x="701" y="1649"/>
                    <a:pt x="768" y="1649"/>
                  </a:cubicBezTo>
                  <a:lnTo>
                    <a:pt x="1101" y="1549"/>
                  </a:lnTo>
                  <a:cubicBezTo>
                    <a:pt x="1168" y="1516"/>
                    <a:pt x="1201" y="1449"/>
                    <a:pt x="1168" y="1415"/>
                  </a:cubicBezTo>
                  <a:lnTo>
                    <a:pt x="568" y="48"/>
                  </a:lnTo>
                  <a:cubicBezTo>
                    <a:pt x="568" y="24"/>
                    <a:pt x="534" y="1"/>
                    <a:pt x="4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9"/>
            <p:cNvSpPr/>
            <p:nvPr/>
          </p:nvSpPr>
          <p:spPr>
            <a:xfrm>
              <a:off x="4564137" y="2698370"/>
              <a:ext cx="31817" cy="42147"/>
            </a:xfrm>
            <a:custGeom>
              <a:avLst/>
              <a:gdLst/>
              <a:ahLst/>
              <a:cxnLst/>
              <a:rect l="l" t="t" r="r" b="b"/>
              <a:pathLst>
                <a:path w="1235" h="1636" extrusionOk="0">
                  <a:moveTo>
                    <a:pt x="467" y="1"/>
                  </a:moveTo>
                  <a:lnTo>
                    <a:pt x="134" y="101"/>
                  </a:lnTo>
                  <a:cubicBezTo>
                    <a:pt x="67" y="101"/>
                    <a:pt x="0" y="167"/>
                    <a:pt x="34" y="234"/>
                  </a:cubicBezTo>
                  <a:lnTo>
                    <a:pt x="634" y="1602"/>
                  </a:lnTo>
                  <a:cubicBezTo>
                    <a:pt x="667" y="1635"/>
                    <a:pt x="734" y="1635"/>
                    <a:pt x="801" y="1635"/>
                  </a:cubicBezTo>
                  <a:lnTo>
                    <a:pt x="1134" y="1535"/>
                  </a:lnTo>
                  <a:cubicBezTo>
                    <a:pt x="1201" y="1502"/>
                    <a:pt x="1235" y="1468"/>
                    <a:pt x="1201" y="1435"/>
                  </a:cubicBezTo>
                  <a:lnTo>
                    <a:pt x="601" y="34"/>
                  </a:lnTo>
                  <a:cubicBezTo>
                    <a:pt x="601" y="1"/>
                    <a:pt x="534" y="1"/>
                    <a:pt x="4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9"/>
            <p:cNvSpPr/>
            <p:nvPr/>
          </p:nvSpPr>
          <p:spPr>
            <a:xfrm>
              <a:off x="4395707" y="1974466"/>
              <a:ext cx="18935" cy="23908"/>
            </a:xfrm>
            <a:custGeom>
              <a:avLst/>
              <a:gdLst/>
              <a:ahLst/>
              <a:cxnLst/>
              <a:rect l="l" t="t" r="r" b="b"/>
              <a:pathLst>
                <a:path w="735" h="928" extrusionOk="0">
                  <a:moveTo>
                    <a:pt x="300" y="1"/>
                  </a:moveTo>
                  <a:cubicBezTo>
                    <a:pt x="278" y="1"/>
                    <a:pt x="256" y="5"/>
                    <a:pt x="234" y="14"/>
                  </a:cubicBezTo>
                  <a:cubicBezTo>
                    <a:pt x="67" y="81"/>
                    <a:pt x="0" y="281"/>
                    <a:pt x="67" y="548"/>
                  </a:cubicBezTo>
                  <a:cubicBezTo>
                    <a:pt x="125" y="750"/>
                    <a:pt x="283" y="928"/>
                    <a:pt x="433" y="928"/>
                  </a:cubicBezTo>
                  <a:cubicBezTo>
                    <a:pt x="456" y="928"/>
                    <a:pt x="479" y="923"/>
                    <a:pt x="501" y="915"/>
                  </a:cubicBezTo>
                  <a:cubicBezTo>
                    <a:pt x="634" y="848"/>
                    <a:pt x="734" y="614"/>
                    <a:pt x="634" y="381"/>
                  </a:cubicBezTo>
                  <a:cubicBezTo>
                    <a:pt x="576" y="178"/>
                    <a:pt x="443" y="1"/>
                    <a:pt x="3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9"/>
            <p:cNvSpPr/>
            <p:nvPr/>
          </p:nvSpPr>
          <p:spPr>
            <a:xfrm>
              <a:off x="4467016" y="1952981"/>
              <a:ext cx="18935" cy="23908"/>
            </a:xfrm>
            <a:custGeom>
              <a:avLst/>
              <a:gdLst/>
              <a:ahLst/>
              <a:cxnLst/>
              <a:rect l="l" t="t" r="r" b="b"/>
              <a:pathLst>
                <a:path w="735" h="928" extrusionOk="0">
                  <a:moveTo>
                    <a:pt x="301" y="1"/>
                  </a:moveTo>
                  <a:cubicBezTo>
                    <a:pt x="279" y="1"/>
                    <a:pt x="257" y="5"/>
                    <a:pt x="234" y="14"/>
                  </a:cubicBezTo>
                  <a:cubicBezTo>
                    <a:pt x="68" y="81"/>
                    <a:pt x="1" y="314"/>
                    <a:pt x="68" y="548"/>
                  </a:cubicBezTo>
                  <a:cubicBezTo>
                    <a:pt x="154" y="750"/>
                    <a:pt x="291" y="928"/>
                    <a:pt x="435" y="928"/>
                  </a:cubicBezTo>
                  <a:cubicBezTo>
                    <a:pt x="457" y="928"/>
                    <a:pt x="479" y="923"/>
                    <a:pt x="501" y="915"/>
                  </a:cubicBezTo>
                  <a:cubicBezTo>
                    <a:pt x="635" y="848"/>
                    <a:pt x="735" y="614"/>
                    <a:pt x="668" y="381"/>
                  </a:cubicBezTo>
                  <a:cubicBezTo>
                    <a:pt x="581" y="178"/>
                    <a:pt x="444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9"/>
            <p:cNvSpPr/>
            <p:nvPr/>
          </p:nvSpPr>
          <p:spPr>
            <a:xfrm>
              <a:off x="4471318" y="1945587"/>
              <a:ext cx="13783" cy="9790"/>
            </a:xfrm>
            <a:custGeom>
              <a:avLst/>
              <a:gdLst/>
              <a:ahLst/>
              <a:cxnLst/>
              <a:rect l="l" t="t" r="r" b="b"/>
              <a:pathLst>
                <a:path w="535" h="380" extrusionOk="0">
                  <a:moveTo>
                    <a:pt x="534" y="1"/>
                  </a:moveTo>
                  <a:lnTo>
                    <a:pt x="1" y="334"/>
                  </a:lnTo>
                  <a:cubicBezTo>
                    <a:pt x="59" y="366"/>
                    <a:pt x="112" y="379"/>
                    <a:pt x="160" y="379"/>
                  </a:cubicBezTo>
                  <a:cubicBezTo>
                    <a:pt x="416" y="379"/>
                    <a:pt x="534" y="1"/>
                    <a:pt x="5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9"/>
            <p:cNvSpPr/>
            <p:nvPr/>
          </p:nvSpPr>
          <p:spPr>
            <a:xfrm>
              <a:off x="4451559" y="1983405"/>
              <a:ext cx="34393" cy="44724"/>
            </a:xfrm>
            <a:custGeom>
              <a:avLst/>
              <a:gdLst/>
              <a:ahLst/>
              <a:cxnLst/>
              <a:rect l="l" t="t" r="r" b="b"/>
              <a:pathLst>
                <a:path w="1335" h="1736" extrusionOk="0">
                  <a:moveTo>
                    <a:pt x="1" y="0"/>
                  </a:moveTo>
                  <a:lnTo>
                    <a:pt x="501" y="1735"/>
                  </a:lnTo>
                  <a:cubicBezTo>
                    <a:pt x="834" y="1702"/>
                    <a:pt x="1135" y="1568"/>
                    <a:pt x="1335" y="1301"/>
                  </a:cubicBezTo>
                  <a:cubicBezTo>
                    <a:pt x="834" y="934"/>
                    <a:pt x="367" y="501"/>
                    <a:pt x="1" y="0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9"/>
            <p:cNvSpPr/>
            <p:nvPr/>
          </p:nvSpPr>
          <p:spPr>
            <a:xfrm>
              <a:off x="4390297" y="2051597"/>
              <a:ext cx="53560" cy="14298"/>
            </a:xfrm>
            <a:custGeom>
              <a:avLst/>
              <a:gdLst/>
              <a:ahLst/>
              <a:cxnLst/>
              <a:rect l="l" t="t" r="r" b="b"/>
              <a:pathLst>
                <a:path w="2079" h="555" extrusionOk="0">
                  <a:moveTo>
                    <a:pt x="110" y="0"/>
                  </a:moveTo>
                  <a:cubicBezTo>
                    <a:pt x="41" y="0"/>
                    <a:pt x="0" y="71"/>
                    <a:pt x="77" y="122"/>
                  </a:cubicBezTo>
                  <a:cubicBezTo>
                    <a:pt x="458" y="414"/>
                    <a:pt x="900" y="555"/>
                    <a:pt x="1351" y="555"/>
                  </a:cubicBezTo>
                  <a:cubicBezTo>
                    <a:pt x="1571" y="555"/>
                    <a:pt x="1793" y="521"/>
                    <a:pt x="2012" y="456"/>
                  </a:cubicBezTo>
                  <a:lnTo>
                    <a:pt x="2045" y="422"/>
                  </a:lnTo>
                  <a:cubicBezTo>
                    <a:pt x="2078" y="422"/>
                    <a:pt x="2078" y="389"/>
                    <a:pt x="2078" y="356"/>
                  </a:cubicBezTo>
                  <a:cubicBezTo>
                    <a:pt x="2045" y="322"/>
                    <a:pt x="2012" y="289"/>
                    <a:pt x="1978" y="289"/>
                  </a:cubicBezTo>
                  <a:cubicBezTo>
                    <a:pt x="1774" y="357"/>
                    <a:pt x="1559" y="390"/>
                    <a:pt x="1343" y="390"/>
                  </a:cubicBezTo>
                  <a:cubicBezTo>
                    <a:pt x="925" y="390"/>
                    <a:pt x="507" y="264"/>
                    <a:pt x="177" y="22"/>
                  </a:cubicBezTo>
                  <a:cubicBezTo>
                    <a:pt x="154" y="7"/>
                    <a:pt x="130" y="0"/>
                    <a:pt x="1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9"/>
            <p:cNvSpPr/>
            <p:nvPr/>
          </p:nvSpPr>
          <p:spPr>
            <a:xfrm>
              <a:off x="4363917" y="1941929"/>
              <a:ext cx="32976" cy="30322"/>
            </a:xfrm>
            <a:custGeom>
              <a:avLst/>
              <a:gdLst/>
              <a:ahLst/>
              <a:cxnLst/>
              <a:rect l="l" t="t" r="r" b="b"/>
              <a:pathLst>
                <a:path w="1280" h="1177" extrusionOk="0">
                  <a:moveTo>
                    <a:pt x="1085" y="1"/>
                  </a:moveTo>
                  <a:cubicBezTo>
                    <a:pt x="1069" y="1"/>
                    <a:pt x="1052" y="3"/>
                    <a:pt x="1034" y="9"/>
                  </a:cubicBezTo>
                  <a:cubicBezTo>
                    <a:pt x="534" y="143"/>
                    <a:pt x="167" y="510"/>
                    <a:pt x="33" y="977"/>
                  </a:cubicBezTo>
                  <a:cubicBezTo>
                    <a:pt x="0" y="1043"/>
                    <a:pt x="33" y="1143"/>
                    <a:pt x="100" y="1177"/>
                  </a:cubicBezTo>
                  <a:cubicBezTo>
                    <a:pt x="167" y="1177"/>
                    <a:pt x="234" y="1177"/>
                    <a:pt x="267" y="1143"/>
                  </a:cubicBezTo>
                  <a:cubicBezTo>
                    <a:pt x="267" y="1110"/>
                    <a:pt x="300" y="1077"/>
                    <a:pt x="300" y="1077"/>
                  </a:cubicBezTo>
                  <a:cubicBezTo>
                    <a:pt x="434" y="710"/>
                    <a:pt x="701" y="410"/>
                    <a:pt x="1068" y="310"/>
                  </a:cubicBezTo>
                  <a:cubicBezTo>
                    <a:pt x="1280" y="279"/>
                    <a:pt x="1244" y="1"/>
                    <a:pt x="10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9"/>
            <p:cNvSpPr/>
            <p:nvPr/>
          </p:nvSpPr>
          <p:spPr>
            <a:xfrm>
              <a:off x="4450631" y="1920701"/>
              <a:ext cx="40473" cy="16591"/>
            </a:xfrm>
            <a:custGeom>
              <a:avLst/>
              <a:gdLst/>
              <a:ahLst/>
              <a:cxnLst/>
              <a:rect l="l" t="t" r="r" b="b"/>
              <a:pathLst>
                <a:path w="1571" h="644" extrusionOk="0">
                  <a:moveTo>
                    <a:pt x="1130" y="0"/>
                  </a:moveTo>
                  <a:cubicBezTo>
                    <a:pt x="759" y="0"/>
                    <a:pt x="390" y="139"/>
                    <a:pt x="103" y="400"/>
                  </a:cubicBezTo>
                  <a:cubicBezTo>
                    <a:pt x="1" y="502"/>
                    <a:pt x="115" y="644"/>
                    <a:pt x="233" y="644"/>
                  </a:cubicBezTo>
                  <a:cubicBezTo>
                    <a:pt x="269" y="644"/>
                    <a:pt x="306" y="631"/>
                    <a:pt x="337" y="600"/>
                  </a:cubicBezTo>
                  <a:cubicBezTo>
                    <a:pt x="535" y="401"/>
                    <a:pt x="808" y="295"/>
                    <a:pt x="1086" y="295"/>
                  </a:cubicBezTo>
                  <a:cubicBezTo>
                    <a:pt x="1181" y="295"/>
                    <a:pt x="1277" y="307"/>
                    <a:pt x="1371" y="333"/>
                  </a:cubicBezTo>
                  <a:cubicBezTo>
                    <a:pt x="1438" y="333"/>
                    <a:pt x="1538" y="300"/>
                    <a:pt x="1571" y="233"/>
                  </a:cubicBezTo>
                  <a:cubicBezTo>
                    <a:pt x="1571" y="233"/>
                    <a:pt x="1571" y="200"/>
                    <a:pt x="1571" y="200"/>
                  </a:cubicBezTo>
                  <a:cubicBezTo>
                    <a:pt x="1571" y="133"/>
                    <a:pt x="1504" y="33"/>
                    <a:pt x="1438" y="33"/>
                  </a:cubicBezTo>
                  <a:cubicBezTo>
                    <a:pt x="1336" y="11"/>
                    <a:pt x="1233" y="0"/>
                    <a:pt x="11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9"/>
            <p:cNvSpPr/>
            <p:nvPr/>
          </p:nvSpPr>
          <p:spPr>
            <a:xfrm>
              <a:off x="4648352" y="2255810"/>
              <a:ext cx="291348" cy="621340"/>
            </a:xfrm>
            <a:custGeom>
              <a:avLst/>
              <a:gdLst/>
              <a:ahLst/>
              <a:cxnLst/>
              <a:rect l="l" t="t" r="r" b="b"/>
              <a:pathLst>
                <a:path w="11309" h="24118" extrusionOk="0">
                  <a:moveTo>
                    <a:pt x="2002" y="1"/>
                  </a:moveTo>
                  <a:lnTo>
                    <a:pt x="0" y="2569"/>
                  </a:lnTo>
                  <a:cubicBezTo>
                    <a:pt x="367" y="2869"/>
                    <a:pt x="768" y="3203"/>
                    <a:pt x="1168" y="3570"/>
                  </a:cubicBezTo>
                  <a:cubicBezTo>
                    <a:pt x="1568" y="3903"/>
                    <a:pt x="1935" y="4237"/>
                    <a:pt x="2302" y="4604"/>
                  </a:cubicBezTo>
                  <a:cubicBezTo>
                    <a:pt x="3069" y="5304"/>
                    <a:pt x="3836" y="6038"/>
                    <a:pt x="4504" y="6806"/>
                  </a:cubicBezTo>
                  <a:cubicBezTo>
                    <a:pt x="5204" y="7573"/>
                    <a:pt x="5871" y="8340"/>
                    <a:pt x="6505" y="9174"/>
                  </a:cubicBezTo>
                  <a:cubicBezTo>
                    <a:pt x="6638" y="9374"/>
                    <a:pt x="6805" y="9574"/>
                    <a:pt x="6939" y="9808"/>
                  </a:cubicBezTo>
                  <a:cubicBezTo>
                    <a:pt x="7072" y="10008"/>
                    <a:pt x="7205" y="10208"/>
                    <a:pt x="7372" y="10408"/>
                  </a:cubicBezTo>
                  <a:cubicBezTo>
                    <a:pt x="7506" y="10642"/>
                    <a:pt x="7672" y="10875"/>
                    <a:pt x="7773" y="11042"/>
                  </a:cubicBezTo>
                  <a:lnTo>
                    <a:pt x="7906" y="11309"/>
                  </a:lnTo>
                  <a:lnTo>
                    <a:pt x="8039" y="11609"/>
                  </a:lnTo>
                  <a:cubicBezTo>
                    <a:pt x="8206" y="12009"/>
                    <a:pt x="8340" y="12443"/>
                    <a:pt x="8440" y="12877"/>
                  </a:cubicBezTo>
                  <a:cubicBezTo>
                    <a:pt x="8506" y="13344"/>
                    <a:pt x="8573" y="13844"/>
                    <a:pt x="8606" y="14311"/>
                  </a:cubicBezTo>
                  <a:cubicBezTo>
                    <a:pt x="8640" y="15345"/>
                    <a:pt x="8640" y="16346"/>
                    <a:pt x="8540" y="17380"/>
                  </a:cubicBezTo>
                  <a:cubicBezTo>
                    <a:pt x="8440" y="18414"/>
                    <a:pt x="8273" y="19448"/>
                    <a:pt x="8073" y="20482"/>
                  </a:cubicBezTo>
                  <a:cubicBezTo>
                    <a:pt x="7906" y="21516"/>
                    <a:pt x="7639" y="22550"/>
                    <a:pt x="7406" y="23551"/>
                  </a:cubicBezTo>
                  <a:lnTo>
                    <a:pt x="8907" y="24118"/>
                  </a:lnTo>
                  <a:cubicBezTo>
                    <a:pt x="9340" y="23084"/>
                    <a:pt x="9741" y="22050"/>
                    <a:pt x="10074" y="20982"/>
                  </a:cubicBezTo>
                  <a:cubicBezTo>
                    <a:pt x="10408" y="19915"/>
                    <a:pt x="10708" y="18814"/>
                    <a:pt x="10908" y="17713"/>
                  </a:cubicBezTo>
                  <a:cubicBezTo>
                    <a:pt x="11142" y="16579"/>
                    <a:pt x="11242" y="15412"/>
                    <a:pt x="11275" y="14278"/>
                  </a:cubicBezTo>
                  <a:cubicBezTo>
                    <a:pt x="11308" y="13010"/>
                    <a:pt x="11142" y="11776"/>
                    <a:pt x="10741" y="10608"/>
                  </a:cubicBezTo>
                  <a:lnTo>
                    <a:pt x="10575" y="10141"/>
                  </a:lnTo>
                  <a:lnTo>
                    <a:pt x="10341" y="9674"/>
                  </a:lnTo>
                  <a:cubicBezTo>
                    <a:pt x="10208" y="9374"/>
                    <a:pt x="10074" y="9141"/>
                    <a:pt x="9941" y="8874"/>
                  </a:cubicBezTo>
                  <a:cubicBezTo>
                    <a:pt x="9807" y="8640"/>
                    <a:pt x="9641" y="8373"/>
                    <a:pt x="9474" y="8140"/>
                  </a:cubicBezTo>
                  <a:cubicBezTo>
                    <a:pt x="9340" y="7906"/>
                    <a:pt x="9174" y="7639"/>
                    <a:pt x="9007" y="7406"/>
                  </a:cubicBezTo>
                  <a:cubicBezTo>
                    <a:pt x="8373" y="6472"/>
                    <a:pt x="7672" y="5538"/>
                    <a:pt x="6939" y="4704"/>
                  </a:cubicBezTo>
                  <a:cubicBezTo>
                    <a:pt x="6205" y="3837"/>
                    <a:pt x="5404" y="3003"/>
                    <a:pt x="4604" y="2236"/>
                  </a:cubicBezTo>
                  <a:cubicBezTo>
                    <a:pt x="4170" y="1835"/>
                    <a:pt x="3770" y="1468"/>
                    <a:pt x="3336" y="1101"/>
                  </a:cubicBezTo>
                  <a:cubicBezTo>
                    <a:pt x="2902" y="701"/>
                    <a:pt x="2502" y="368"/>
                    <a:pt x="2002" y="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9"/>
            <p:cNvSpPr/>
            <p:nvPr/>
          </p:nvSpPr>
          <p:spPr>
            <a:xfrm>
              <a:off x="4792721" y="2837586"/>
              <a:ext cx="97125" cy="82517"/>
            </a:xfrm>
            <a:custGeom>
              <a:avLst/>
              <a:gdLst/>
              <a:ahLst/>
              <a:cxnLst/>
              <a:rect l="l" t="t" r="r" b="b"/>
              <a:pathLst>
                <a:path w="3770" h="3203" extrusionOk="0">
                  <a:moveTo>
                    <a:pt x="2269" y="1"/>
                  </a:moveTo>
                  <a:lnTo>
                    <a:pt x="0" y="1668"/>
                  </a:lnTo>
                  <a:lnTo>
                    <a:pt x="2902" y="3203"/>
                  </a:lnTo>
                  <a:cubicBezTo>
                    <a:pt x="2902" y="3203"/>
                    <a:pt x="3770" y="1668"/>
                    <a:pt x="3503" y="367"/>
                  </a:cubicBezTo>
                  <a:lnTo>
                    <a:pt x="2269" y="1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9"/>
            <p:cNvSpPr/>
            <p:nvPr/>
          </p:nvSpPr>
          <p:spPr>
            <a:xfrm>
              <a:off x="4773812" y="2880556"/>
              <a:ext cx="94548" cy="88546"/>
            </a:xfrm>
            <a:custGeom>
              <a:avLst/>
              <a:gdLst/>
              <a:ahLst/>
              <a:cxnLst/>
              <a:rect l="l" t="t" r="r" b="b"/>
              <a:pathLst>
                <a:path w="3670" h="3437" extrusionOk="0">
                  <a:moveTo>
                    <a:pt x="734" y="0"/>
                  </a:moveTo>
                  <a:lnTo>
                    <a:pt x="0" y="2702"/>
                  </a:lnTo>
                  <a:lnTo>
                    <a:pt x="2402" y="3436"/>
                  </a:lnTo>
                  <a:lnTo>
                    <a:pt x="3670" y="1535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9"/>
            <p:cNvSpPr/>
            <p:nvPr/>
          </p:nvSpPr>
          <p:spPr>
            <a:xfrm>
              <a:off x="4582170" y="2180147"/>
              <a:ext cx="191673" cy="217487"/>
            </a:xfrm>
            <a:custGeom>
              <a:avLst/>
              <a:gdLst/>
              <a:ahLst/>
              <a:cxnLst/>
              <a:rect l="l" t="t" r="r" b="b"/>
              <a:pathLst>
                <a:path w="7440" h="8442" extrusionOk="0">
                  <a:moveTo>
                    <a:pt x="2764" y="0"/>
                  </a:moveTo>
                  <a:cubicBezTo>
                    <a:pt x="2743" y="0"/>
                    <a:pt x="2723" y="1"/>
                    <a:pt x="2703" y="2"/>
                  </a:cubicBezTo>
                  <a:cubicBezTo>
                    <a:pt x="668" y="69"/>
                    <a:pt x="1" y="1770"/>
                    <a:pt x="234" y="3505"/>
                  </a:cubicBezTo>
                  <a:cubicBezTo>
                    <a:pt x="501" y="5540"/>
                    <a:pt x="4170" y="8442"/>
                    <a:pt x="4170" y="8442"/>
                  </a:cubicBezTo>
                  <a:lnTo>
                    <a:pt x="7439" y="3838"/>
                  </a:lnTo>
                  <a:cubicBezTo>
                    <a:pt x="7439" y="3838"/>
                    <a:pt x="4382" y="0"/>
                    <a:pt x="2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9"/>
            <p:cNvSpPr/>
            <p:nvPr/>
          </p:nvSpPr>
          <p:spPr>
            <a:xfrm>
              <a:off x="5374497" y="4172145"/>
              <a:ext cx="41272" cy="24088"/>
            </a:xfrm>
            <a:custGeom>
              <a:avLst/>
              <a:gdLst/>
              <a:ahLst/>
              <a:cxnLst/>
              <a:rect l="l" t="t" r="r" b="b"/>
              <a:pathLst>
                <a:path w="1602" h="935" extrusionOk="0">
                  <a:moveTo>
                    <a:pt x="1334" y="167"/>
                  </a:moveTo>
                  <a:cubicBezTo>
                    <a:pt x="991" y="542"/>
                    <a:pt x="647" y="771"/>
                    <a:pt x="413" y="771"/>
                  </a:cubicBezTo>
                  <a:cubicBezTo>
                    <a:pt x="397" y="771"/>
                    <a:pt x="382" y="770"/>
                    <a:pt x="367" y="767"/>
                  </a:cubicBezTo>
                  <a:cubicBezTo>
                    <a:pt x="267" y="767"/>
                    <a:pt x="200" y="701"/>
                    <a:pt x="167" y="601"/>
                  </a:cubicBezTo>
                  <a:cubicBezTo>
                    <a:pt x="134" y="567"/>
                    <a:pt x="134" y="501"/>
                    <a:pt x="167" y="467"/>
                  </a:cubicBezTo>
                  <a:cubicBezTo>
                    <a:pt x="267" y="300"/>
                    <a:pt x="867" y="200"/>
                    <a:pt x="1334" y="167"/>
                  </a:cubicBezTo>
                  <a:close/>
                  <a:moveTo>
                    <a:pt x="1501" y="0"/>
                  </a:moveTo>
                  <a:cubicBezTo>
                    <a:pt x="1368" y="0"/>
                    <a:pt x="234" y="67"/>
                    <a:pt x="33" y="401"/>
                  </a:cubicBezTo>
                  <a:cubicBezTo>
                    <a:pt x="0" y="501"/>
                    <a:pt x="0" y="567"/>
                    <a:pt x="33" y="667"/>
                  </a:cubicBezTo>
                  <a:cubicBezTo>
                    <a:pt x="100" y="801"/>
                    <a:pt x="234" y="901"/>
                    <a:pt x="367" y="934"/>
                  </a:cubicBezTo>
                  <a:lnTo>
                    <a:pt x="434" y="934"/>
                  </a:lnTo>
                  <a:cubicBezTo>
                    <a:pt x="801" y="934"/>
                    <a:pt x="1301" y="434"/>
                    <a:pt x="1568" y="100"/>
                  </a:cubicBezTo>
                  <a:cubicBezTo>
                    <a:pt x="1601" y="100"/>
                    <a:pt x="1601" y="67"/>
                    <a:pt x="1568" y="34"/>
                  </a:cubicBezTo>
                  <a:cubicBezTo>
                    <a:pt x="1568" y="0"/>
                    <a:pt x="1535" y="0"/>
                    <a:pt x="1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9"/>
            <p:cNvSpPr/>
            <p:nvPr/>
          </p:nvSpPr>
          <p:spPr>
            <a:xfrm>
              <a:off x="5377073" y="4151509"/>
              <a:ext cx="38695" cy="24964"/>
            </a:xfrm>
            <a:custGeom>
              <a:avLst/>
              <a:gdLst/>
              <a:ahLst/>
              <a:cxnLst/>
              <a:rect l="l" t="t" r="r" b="b"/>
              <a:pathLst>
                <a:path w="1502" h="969" extrusionOk="0">
                  <a:moveTo>
                    <a:pt x="434" y="134"/>
                  </a:moveTo>
                  <a:cubicBezTo>
                    <a:pt x="701" y="167"/>
                    <a:pt x="1068" y="534"/>
                    <a:pt x="1268" y="801"/>
                  </a:cubicBezTo>
                  <a:cubicBezTo>
                    <a:pt x="867" y="801"/>
                    <a:pt x="300" y="568"/>
                    <a:pt x="200" y="368"/>
                  </a:cubicBezTo>
                  <a:cubicBezTo>
                    <a:pt x="167" y="334"/>
                    <a:pt x="167" y="301"/>
                    <a:pt x="234" y="234"/>
                  </a:cubicBezTo>
                  <a:cubicBezTo>
                    <a:pt x="300" y="167"/>
                    <a:pt x="334" y="167"/>
                    <a:pt x="400" y="167"/>
                  </a:cubicBezTo>
                  <a:lnTo>
                    <a:pt x="434" y="134"/>
                  </a:lnTo>
                  <a:close/>
                  <a:moveTo>
                    <a:pt x="467" y="1"/>
                  </a:moveTo>
                  <a:cubicBezTo>
                    <a:pt x="334" y="1"/>
                    <a:pt x="234" y="34"/>
                    <a:pt x="134" y="101"/>
                  </a:cubicBezTo>
                  <a:cubicBezTo>
                    <a:pt x="34" y="167"/>
                    <a:pt x="0" y="301"/>
                    <a:pt x="67" y="434"/>
                  </a:cubicBezTo>
                  <a:cubicBezTo>
                    <a:pt x="200" y="735"/>
                    <a:pt x="968" y="935"/>
                    <a:pt x="1334" y="935"/>
                  </a:cubicBezTo>
                  <a:lnTo>
                    <a:pt x="1401" y="968"/>
                  </a:lnTo>
                  <a:cubicBezTo>
                    <a:pt x="1435" y="968"/>
                    <a:pt x="1468" y="935"/>
                    <a:pt x="1468" y="901"/>
                  </a:cubicBezTo>
                  <a:cubicBezTo>
                    <a:pt x="1501" y="901"/>
                    <a:pt x="1501" y="868"/>
                    <a:pt x="1468" y="835"/>
                  </a:cubicBezTo>
                  <a:cubicBezTo>
                    <a:pt x="1468" y="801"/>
                    <a:pt x="901" y="67"/>
                    <a:pt x="4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9"/>
            <p:cNvSpPr/>
            <p:nvPr/>
          </p:nvSpPr>
          <p:spPr>
            <a:xfrm>
              <a:off x="4825361" y="4354666"/>
              <a:ext cx="52452" cy="20533"/>
            </a:xfrm>
            <a:custGeom>
              <a:avLst/>
              <a:gdLst/>
              <a:ahLst/>
              <a:cxnLst/>
              <a:rect l="l" t="t" r="r" b="b"/>
              <a:pathLst>
                <a:path w="2036" h="797" extrusionOk="0">
                  <a:moveTo>
                    <a:pt x="334" y="154"/>
                  </a:moveTo>
                  <a:cubicBezTo>
                    <a:pt x="835" y="220"/>
                    <a:pt x="1268" y="354"/>
                    <a:pt x="1702" y="587"/>
                  </a:cubicBezTo>
                  <a:cubicBezTo>
                    <a:pt x="1411" y="631"/>
                    <a:pt x="1151" y="656"/>
                    <a:pt x="932" y="656"/>
                  </a:cubicBezTo>
                  <a:cubicBezTo>
                    <a:pt x="649" y="656"/>
                    <a:pt x="433" y="615"/>
                    <a:pt x="301" y="521"/>
                  </a:cubicBezTo>
                  <a:cubicBezTo>
                    <a:pt x="234" y="454"/>
                    <a:pt x="168" y="354"/>
                    <a:pt x="168" y="254"/>
                  </a:cubicBezTo>
                  <a:cubicBezTo>
                    <a:pt x="168" y="220"/>
                    <a:pt x="168" y="187"/>
                    <a:pt x="201" y="187"/>
                  </a:cubicBezTo>
                  <a:cubicBezTo>
                    <a:pt x="234" y="154"/>
                    <a:pt x="301" y="154"/>
                    <a:pt x="334" y="154"/>
                  </a:cubicBezTo>
                  <a:close/>
                  <a:moveTo>
                    <a:pt x="340" y="0"/>
                  </a:moveTo>
                  <a:cubicBezTo>
                    <a:pt x="242" y="0"/>
                    <a:pt x="160" y="16"/>
                    <a:pt x="101" y="54"/>
                  </a:cubicBezTo>
                  <a:cubicBezTo>
                    <a:pt x="34" y="120"/>
                    <a:pt x="1" y="187"/>
                    <a:pt x="34" y="254"/>
                  </a:cubicBezTo>
                  <a:cubicBezTo>
                    <a:pt x="34" y="421"/>
                    <a:pt x="101" y="554"/>
                    <a:pt x="201" y="621"/>
                  </a:cubicBezTo>
                  <a:cubicBezTo>
                    <a:pt x="394" y="731"/>
                    <a:pt x="611" y="796"/>
                    <a:pt x="812" y="796"/>
                  </a:cubicBezTo>
                  <a:cubicBezTo>
                    <a:pt x="854" y="796"/>
                    <a:pt x="895" y="793"/>
                    <a:pt x="935" y="788"/>
                  </a:cubicBezTo>
                  <a:cubicBezTo>
                    <a:pt x="1302" y="788"/>
                    <a:pt x="1635" y="754"/>
                    <a:pt x="1969" y="687"/>
                  </a:cubicBezTo>
                  <a:cubicBezTo>
                    <a:pt x="2002" y="654"/>
                    <a:pt x="2036" y="621"/>
                    <a:pt x="2036" y="621"/>
                  </a:cubicBezTo>
                  <a:cubicBezTo>
                    <a:pt x="2036" y="587"/>
                    <a:pt x="2036" y="554"/>
                    <a:pt x="2002" y="521"/>
                  </a:cubicBezTo>
                  <a:cubicBezTo>
                    <a:pt x="1778" y="437"/>
                    <a:pt x="849" y="0"/>
                    <a:pt x="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9"/>
            <p:cNvSpPr/>
            <p:nvPr/>
          </p:nvSpPr>
          <p:spPr>
            <a:xfrm>
              <a:off x="4841694" y="4335268"/>
              <a:ext cx="36119" cy="37124"/>
            </a:xfrm>
            <a:custGeom>
              <a:avLst/>
              <a:gdLst/>
              <a:ahLst/>
              <a:cxnLst/>
              <a:rect l="l" t="t" r="r" b="b"/>
              <a:pathLst>
                <a:path w="1402" h="1441" extrusionOk="0">
                  <a:moveTo>
                    <a:pt x="401" y="140"/>
                  </a:moveTo>
                  <a:cubicBezTo>
                    <a:pt x="835" y="140"/>
                    <a:pt x="1101" y="873"/>
                    <a:pt x="1235" y="1207"/>
                  </a:cubicBezTo>
                  <a:cubicBezTo>
                    <a:pt x="801" y="973"/>
                    <a:pt x="201" y="440"/>
                    <a:pt x="234" y="240"/>
                  </a:cubicBezTo>
                  <a:cubicBezTo>
                    <a:pt x="234" y="173"/>
                    <a:pt x="268" y="140"/>
                    <a:pt x="368" y="140"/>
                  </a:cubicBezTo>
                  <a:close/>
                  <a:moveTo>
                    <a:pt x="380" y="1"/>
                  </a:moveTo>
                  <a:cubicBezTo>
                    <a:pt x="354" y="1"/>
                    <a:pt x="328" y="3"/>
                    <a:pt x="301" y="6"/>
                  </a:cubicBezTo>
                  <a:cubicBezTo>
                    <a:pt x="101" y="39"/>
                    <a:pt x="34" y="140"/>
                    <a:pt x="34" y="206"/>
                  </a:cubicBezTo>
                  <a:cubicBezTo>
                    <a:pt x="1" y="573"/>
                    <a:pt x="868" y="1240"/>
                    <a:pt x="1302" y="1440"/>
                  </a:cubicBezTo>
                  <a:lnTo>
                    <a:pt x="1335" y="1440"/>
                  </a:lnTo>
                  <a:cubicBezTo>
                    <a:pt x="1335" y="1407"/>
                    <a:pt x="1335" y="1407"/>
                    <a:pt x="1368" y="1407"/>
                  </a:cubicBezTo>
                  <a:cubicBezTo>
                    <a:pt x="1368" y="1407"/>
                    <a:pt x="1402" y="1374"/>
                    <a:pt x="1368" y="1340"/>
                  </a:cubicBezTo>
                  <a:cubicBezTo>
                    <a:pt x="1368" y="1276"/>
                    <a:pt x="1089" y="1"/>
                    <a:pt x="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9"/>
            <p:cNvSpPr/>
            <p:nvPr/>
          </p:nvSpPr>
          <p:spPr>
            <a:xfrm>
              <a:off x="4400009" y="1966222"/>
              <a:ext cx="13757" cy="10588"/>
            </a:xfrm>
            <a:custGeom>
              <a:avLst/>
              <a:gdLst/>
              <a:ahLst/>
              <a:cxnLst/>
              <a:rect l="l" t="t" r="r" b="b"/>
              <a:pathLst>
                <a:path w="534" h="411" extrusionOk="0">
                  <a:moveTo>
                    <a:pt x="534" y="0"/>
                  </a:moveTo>
                  <a:lnTo>
                    <a:pt x="0" y="367"/>
                  </a:lnTo>
                  <a:cubicBezTo>
                    <a:pt x="55" y="397"/>
                    <a:pt x="106" y="410"/>
                    <a:pt x="152" y="410"/>
                  </a:cubicBezTo>
                  <a:cubicBezTo>
                    <a:pt x="413" y="410"/>
                    <a:pt x="534" y="0"/>
                    <a:pt x="5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9"/>
            <p:cNvSpPr/>
            <p:nvPr/>
          </p:nvSpPr>
          <p:spPr>
            <a:xfrm>
              <a:off x="4739471" y="1190229"/>
              <a:ext cx="1973047" cy="3293117"/>
            </a:xfrm>
            <a:custGeom>
              <a:avLst/>
              <a:gdLst/>
              <a:ahLst/>
              <a:cxnLst/>
              <a:rect l="l" t="t" r="r" b="b"/>
              <a:pathLst>
                <a:path w="76586" h="127826" extrusionOk="0">
                  <a:moveTo>
                    <a:pt x="4844" y="0"/>
                  </a:moveTo>
                  <a:cubicBezTo>
                    <a:pt x="2136" y="0"/>
                    <a:pt x="0" y="2289"/>
                    <a:pt x="133" y="5004"/>
                  </a:cubicBezTo>
                  <a:lnTo>
                    <a:pt x="5837" y="122822"/>
                  </a:lnTo>
                  <a:cubicBezTo>
                    <a:pt x="6003" y="125591"/>
                    <a:pt x="8272" y="127792"/>
                    <a:pt x="11074" y="127826"/>
                  </a:cubicBezTo>
                  <a:lnTo>
                    <a:pt x="71684" y="127826"/>
                  </a:lnTo>
                  <a:cubicBezTo>
                    <a:pt x="71703" y="127826"/>
                    <a:pt x="71723" y="127826"/>
                    <a:pt x="71742" y="127826"/>
                  </a:cubicBezTo>
                  <a:cubicBezTo>
                    <a:pt x="74450" y="127826"/>
                    <a:pt x="76586" y="125538"/>
                    <a:pt x="76420" y="122822"/>
                  </a:cubicBezTo>
                  <a:lnTo>
                    <a:pt x="70750" y="5004"/>
                  </a:lnTo>
                  <a:cubicBezTo>
                    <a:pt x="70583" y="2202"/>
                    <a:pt x="68281" y="34"/>
                    <a:pt x="65513" y="1"/>
                  </a:cubicBezTo>
                  <a:lnTo>
                    <a:pt x="4903" y="1"/>
                  </a:lnTo>
                  <a:cubicBezTo>
                    <a:pt x="4883" y="0"/>
                    <a:pt x="4864" y="0"/>
                    <a:pt x="48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9"/>
            <p:cNvSpPr/>
            <p:nvPr/>
          </p:nvSpPr>
          <p:spPr>
            <a:xfrm>
              <a:off x="4797049" y="1190229"/>
              <a:ext cx="1973047" cy="3293117"/>
            </a:xfrm>
            <a:custGeom>
              <a:avLst/>
              <a:gdLst/>
              <a:ahLst/>
              <a:cxnLst/>
              <a:rect l="l" t="t" r="r" b="b"/>
              <a:pathLst>
                <a:path w="76586" h="127826" extrusionOk="0">
                  <a:moveTo>
                    <a:pt x="4844" y="0"/>
                  </a:moveTo>
                  <a:cubicBezTo>
                    <a:pt x="2136" y="0"/>
                    <a:pt x="0" y="2289"/>
                    <a:pt x="133" y="5004"/>
                  </a:cubicBezTo>
                  <a:lnTo>
                    <a:pt x="5803" y="122822"/>
                  </a:lnTo>
                  <a:cubicBezTo>
                    <a:pt x="5970" y="125591"/>
                    <a:pt x="8272" y="127792"/>
                    <a:pt x="11074" y="127826"/>
                  </a:cubicBezTo>
                  <a:lnTo>
                    <a:pt x="71650" y="127826"/>
                  </a:lnTo>
                  <a:cubicBezTo>
                    <a:pt x="71670" y="127826"/>
                    <a:pt x="71689" y="127826"/>
                    <a:pt x="71709" y="127826"/>
                  </a:cubicBezTo>
                  <a:cubicBezTo>
                    <a:pt x="74417" y="127826"/>
                    <a:pt x="76586" y="125538"/>
                    <a:pt x="76420" y="122822"/>
                  </a:cubicBezTo>
                  <a:lnTo>
                    <a:pt x="70750" y="5004"/>
                  </a:lnTo>
                  <a:cubicBezTo>
                    <a:pt x="70583" y="2236"/>
                    <a:pt x="68281" y="34"/>
                    <a:pt x="65513" y="1"/>
                  </a:cubicBezTo>
                  <a:lnTo>
                    <a:pt x="4903" y="1"/>
                  </a:lnTo>
                  <a:cubicBezTo>
                    <a:pt x="4883" y="0"/>
                    <a:pt x="4863" y="0"/>
                    <a:pt x="48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9"/>
            <p:cNvSpPr/>
            <p:nvPr/>
          </p:nvSpPr>
          <p:spPr>
            <a:xfrm>
              <a:off x="4885514" y="1276170"/>
              <a:ext cx="1795234" cy="3121230"/>
            </a:xfrm>
            <a:custGeom>
              <a:avLst/>
              <a:gdLst/>
              <a:ahLst/>
              <a:cxnLst/>
              <a:rect l="l" t="t" r="r" b="b"/>
              <a:pathLst>
                <a:path w="69684" h="121154" extrusionOk="0">
                  <a:moveTo>
                    <a:pt x="1635" y="0"/>
                  </a:moveTo>
                  <a:cubicBezTo>
                    <a:pt x="735" y="0"/>
                    <a:pt x="1" y="768"/>
                    <a:pt x="34" y="1668"/>
                  </a:cubicBezTo>
                  <a:lnTo>
                    <a:pt x="5705" y="119486"/>
                  </a:lnTo>
                  <a:cubicBezTo>
                    <a:pt x="5772" y="120420"/>
                    <a:pt x="6539" y="121120"/>
                    <a:pt x="7473" y="121154"/>
                  </a:cubicBezTo>
                  <a:lnTo>
                    <a:pt x="68083" y="121154"/>
                  </a:lnTo>
                  <a:cubicBezTo>
                    <a:pt x="68983" y="121154"/>
                    <a:pt x="69684" y="120387"/>
                    <a:pt x="69651" y="119486"/>
                  </a:cubicBezTo>
                  <a:lnTo>
                    <a:pt x="63980" y="1668"/>
                  </a:lnTo>
                  <a:cubicBezTo>
                    <a:pt x="63913" y="734"/>
                    <a:pt x="63146" y="0"/>
                    <a:pt x="62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9"/>
            <p:cNvSpPr/>
            <p:nvPr/>
          </p:nvSpPr>
          <p:spPr>
            <a:xfrm>
              <a:off x="4907875" y="1297655"/>
              <a:ext cx="1750536" cy="3078258"/>
            </a:xfrm>
            <a:custGeom>
              <a:avLst/>
              <a:gdLst/>
              <a:ahLst/>
              <a:cxnLst/>
              <a:rect l="l" t="t" r="r" b="b"/>
              <a:pathLst>
                <a:path w="67949" h="119486" extrusionOk="0">
                  <a:moveTo>
                    <a:pt x="801" y="0"/>
                  </a:moveTo>
                  <a:cubicBezTo>
                    <a:pt x="334" y="0"/>
                    <a:pt x="0" y="367"/>
                    <a:pt x="0" y="834"/>
                  </a:cubicBezTo>
                  <a:lnTo>
                    <a:pt x="5671" y="118652"/>
                  </a:lnTo>
                  <a:cubicBezTo>
                    <a:pt x="5738" y="119119"/>
                    <a:pt x="6105" y="119486"/>
                    <a:pt x="6572" y="119486"/>
                  </a:cubicBezTo>
                  <a:lnTo>
                    <a:pt x="67148" y="119486"/>
                  </a:lnTo>
                  <a:cubicBezTo>
                    <a:pt x="67615" y="119486"/>
                    <a:pt x="67949" y="119119"/>
                    <a:pt x="67949" y="118652"/>
                  </a:cubicBezTo>
                  <a:lnTo>
                    <a:pt x="62278" y="834"/>
                  </a:lnTo>
                  <a:cubicBezTo>
                    <a:pt x="62245" y="367"/>
                    <a:pt x="61844" y="0"/>
                    <a:pt x="614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9"/>
            <p:cNvSpPr/>
            <p:nvPr/>
          </p:nvSpPr>
          <p:spPr>
            <a:xfrm>
              <a:off x="5073729" y="2216265"/>
              <a:ext cx="715012" cy="993479"/>
            </a:xfrm>
            <a:custGeom>
              <a:avLst/>
              <a:gdLst/>
              <a:ahLst/>
              <a:cxnLst/>
              <a:rect l="l" t="t" r="r" b="b"/>
              <a:pathLst>
                <a:path w="27754" h="38563" extrusionOk="0">
                  <a:moveTo>
                    <a:pt x="11508" y="7974"/>
                  </a:moveTo>
                  <a:lnTo>
                    <a:pt x="11775" y="13711"/>
                  </a:lnTo>
                  <a:cubicBezTo>
                    <a:pt x="11008" y="13478"/>
                    <a:pt x="10307" y="13077"/>
                    <a:pt x="9740" y="12477"/>
                  </a:cubicBezTo>
                  <a:cubicBezTo>
                    <a:pt x="9340" y="11976"/>
                    <a:pt x="9107" y="11376"/>
                    <a:pt x="9107" y="10776"/>
                  </a:cubicBezTo>
                  <a:cubicBezTo>
                    <a:pt x="9073" y="10175"/>
                    <a:pt x="9240" y="9575"/>
                    <a:pt x="9574" y="9108"/>
                  </a:cubicBezTo>
                  <a:cubicBezTo>
                    <a:pt x="10107" y="8541"/>
                    <a:pt x="10774" y="8140"/>
                    <a:pt x="11508" y="7974"/>
                  </a:cubicBezTo>
                  <a:close/>
                  <a:moveTo>
                    <a:pt x="15478" y="22784"/>
                  </a:moveTo>
                  <a:lnTo>
                    <a:pt x="15478" y="22784"/>
                  </a:lnTo>
                  <a:cubicBezTo>
                    <a:pt x="16946" y="23285"/>
                    <a:pt x="17946" y="23818"/>
                    <a:pt x="18480" y="24419"/>
                  </a:cubicBezTo>
                  <a:cubicBezTo>
                    <a:pt x="18980" y="24952"/>
                    <a:pt x="19281" y="25620"/>
                    <a:pt x="19314" y="26353"/>
                  </a:cubicBezTo>
                  <a:cubicBezTo>
                    <a:pt x="19347" y="27154"/>
                    <a:pt x="19080" y="27955"/>
                    <a:pt x="18547" y="28555"/>
                  </a:cubicBezTo>
                  <a:cubicBezTo>
                    <a:pt x="17980" y="29189"/>
                    <a:pt x="17079" y="29656"/>
                    <a:pt x="15845" y="29956"/>
                  </a:cubicBezTo>
                  <a:lnTo>
                    <a:pt x="15478" y="22784"/>
                  </a:lnTo>
                  <a:close/>
                  <a:moveTo>
                    <a:pt x="12688" y="0"/>
                  </a:moveTo>
                  <a:cubicBezTo>
                    <a:pt x="11845" y="0"/>
                    <a:pt x="11143" y="753"/>
                    <a:pt x="11208" y="1602"/>
                  </a:cubicBezTo>
                  <a:lnTo>
                    <a:pt x="11241" y="2203"/>
                  </a:lnTo>
                  <a:cubicBezTo>
                    <a:pt x="7572" y="2403"/>
                    <a:pt x="4870" y="3370"/>
                    <a:pt x="3102" y="5172"/>
                  </a:cubicBezTo>
                  <a:cubicBezTo>
                    <a:pt x="1334" y="6906"/>
                    <a:pt x="434" y="9341"/>
                    <a:pt x="634" y="11810"/>
                  </a:cubicBezTo>
                  <a:cubicBezTo>
                    <a:pt x="667" y="13578"/>
                    <a:pt x="1234" y="15279"/>
                    <a:pt x="2268" y="16747"/>
                  </a:cubicBezTo>
                  <a:cubicBezTo>
                    <a:pt x="3136" y="17981"/>
                    <a:pt x="4303" y="18982"/>
                    <a:pt x="5671" y="19682"/>
                  </a:cubicBezTo>
                  <a:cubicBezTo>
                    <a:pt x="7772" y="20549"/>
                    <a:pt x="9974" y="21283"/>
                    <a:pt x="12175" y="21850"/>
                  </a:cubicBezTo>
                  <a:lnTo>
                    <a:pt x="12576" y="29723"/>
                  </a:lnTo>
                  <a:cubicBezTo>
                    <a:pt x="11642" y="29356"/>
                    <a:pt x="10841" y="28755"/>
                    <a:pt x="10241" y="27988"/>
                  </a:cubicBezTo>
                  <a:cubicBezTo>
                    <a:pt x="9740" y="27321"/>
                    <a:pt x="9307" y="26253"/>
                    <a:pt x="8973" y="24786"/>
                  </a:cubicBezTo>
                  <a:lnTo>
                    <a:pt x="0" y="25853"/>
                  </a:lnTo>
                  <a:cubicBezTo>
                    <a:pt x="300" y="27154"/>
                    <a:pt x="767" y="28455"/>
                    <a:pt x="1401" y="29656"/>
                  </a:cubicBezTo>
                  <a:cubicBezTo>
                    <a:pt x="2035" y="30757"/>
                    <a:pt x="2869" y="31757"/>
                    <a:pt x="3836" y="32591"/>
                  </a:cubicBezTo>
                  <a:cubicBezTo>
                    <a:pt x="4904" y="33525"/>
                    <a:pt x="6138" y="34226"/>
                    <a:pt x="7472" y="34726"/>
                  </a:cubicBezTo>
                  <a:cubicBezTo>
                    <a:pt x="9207" y="35293"/>
                    <a:pt x="11008" y="35660"/>
                    <a:pt x="12843" y="35794"/>
                  </a:cubicBezTo>
                  <a:lnTo>
                    <a:pt x="12909" y="36928"/>
                  </a:lnTo>
                  <a:cubicBezTo>
                    <a:pt x="12943" y="37828"/>
                    <a:pt x="13710" y="38529"/>
                    <a:pt x="14611" y="38562"/>
                  </a:cubicBezTo>
                  <a:cubicBezTo>
                    <a:pt x="15511" y="38562"/>
                    <a:pt x="16212" y="37795"/>
                    <a:pt x="16178" y="36928"/>
                  </a:cubicBezTo>
                  <a:lnTo>
                    <a:pt x="16112" y="35794"/>
                  </a:lnTo>
                  <a:cubicBezTo>
                    <a:pt x="17679" y="35760"/>
                    <a:pt x="19247" y="35493"/>
                    <a:pt x="20748" y="35060"/>
                  </a:cubicBezTo>
                  <a:cubicBezTo>
                    <a:pt x="22016" y="34626"/>
                    <a:pt x="23217" y="33959"/>
                    <a:pt x="24217" y="33092"/>
                  </a:cubicBezTo>
                  <a:cubicBezTo>
                    <a:pt x="25318" y="32124"/>
                    <a:pt x="26219" y="30990"/>
                    <a:pt x="26853" y="29689"/>
                  </a:cubicBezTo>
                  <a:cubicBezTo>
                    <a:pt x="27486" y="28288"/>
                    <a:pt x="27753" y="26720"/>
                    <a:pt x="27653" y="25186"/>
                  </a:cubicBezTo>
                  <a:cubicBezTo>
                    <a:pt x="27586" y="22551"/>
                    <a:pt x="26352" y="20049"/>
                    <a:pt x="24317" y="18348"/>
                  </a:cubicBezTo>
                  <a:cubicBezTo>
                    <a:pt x="22750" y="17013"/>
                    <a:pt x="19647" y="15712"/>
                    <a:pt x="15078" y="14512"/>
                  </a:cubicBezTo>
                  <a:lnTo>
                    <a:pt x="14777" y="8074"/>
                  </a:lnTo>
                  <a:lnTo>
                    <a:pt x="14777" y="8074"/>
                  </a:lnTo>
                  <a:cubicBezTo>
                    <a:pt x="15411" y="8374"/>
                    <a:pt x="15978" y="8774"/>
                    <a:pt x="16479" y="9308"/>
                  </a:cubicBezTo>
                  <a:cubicBezTo>
                    <a:pt x="16979" y="9975"/>
                    <a:pt x="17413" y="10709"/>
                    <a:pt x="17746" y="11509"/>
                  </a:cubicBezTo>
                  <a:lnTo>
                    <a:pt x="25985" y="10175"/>
                  </a:lnTo>
                  <a:cubicBezTo>
                    <a:pt x="25418" y="7940"/>
                    <a:pt x="24117" y="5972"/>
                    <a:pt x="22249" y="4571"/>
                  </a:cubicBezTo>
                  <a:cubicBezTo>
                    <a:pt x="20415" y="3204"/>
                    <a:pt x="17846" y="2403"/>
                    <a:pt x="14510" y="2203"/>
                  </a:cubicBezTo>
                  <a:lnTo>
                    <a:pt x="14477" y="1602"/>
                  </a:lnTo>
                  <a:cubicBezTo>
                    <a:pt x="14410" y="702"/>
                    <a:pt x="13677" y="1"/>
                    <a:pt x="12743" y="1"/>
                  </a:cubicBezTo>
                  <a:cubicBezTo>
                    <a:pt x="12724" y="1"/>
                    <a:pt x="12706" y="0"/>
                    <a:pt x="12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9"/>
            <p:cNvSpPr/>
            <p:nvPr/>
          </p:nvSpPr>
          <p:spPr>
            <a:xfrm>
              <a:off x="5241283" y="1586392"/>
              <a:ext cx="1510790" cy="2477580"/>
            </a:xfrm>
            <a:custGeom>
              <a:avLst/>
              <a:gdLst/>
              <a:ahLst/>
              <a:cxnLst/>
              <a:rect l="l" t="t" r="r" b="b"/>
              <a:pathLst>
                <a:path w="58643" h="96170" extrusionOk="0">
                  <a:moveTo>
                    <a:pt x="1" y="0"/>
                  </a:moveTo>
                  <a:lnTo>
                    <a:pt x="4004" y="83427"/>
                  </a:lnTo>
                  <a:cubicBezTo>
                    <a:pt x="4404" y="90532"/>
                    <a:pt x="10241" y="96103"/>
                    <a:pt x="17346" y="96169"/>
                  </a:cubicBezTo>
                  <a:lnTo>
                    <a:pt x="58643" y="96169"/>
                  </a:lnTo>
                  <a:lnTo>
                    <a:pt x="54606" y="12743"/>
                  </a:lnTo>
                  <a:cubicBezTo>
                    <a:pt x="54206" y="5638"/>
                    <a:pt x="48369" y="67"/>
                    <a:pt x="41264" y="0"/>
                  </a:cubicBezTo>
                  <a:close/>
                </a:path>
              </a:pathLst>
            </a:custGeom>
            <a:solidFill>
              <a:srgbClr val="7B7B7B">
                <a:alpha val="1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9"/>
            <p:cNvSpPr/>
            <p:nvPr/>
          </p:nvSpPr>
          <p:spPr>
            <a:xfrm>
              <a:off x="5241283" y="1586392"/>
              <a:ext cx="1762516" cy="2406269"/>
            </a:xfrm>
            <a:custGeom>
              <a:avLst/>
              <a:gdLst/>
              <a:ahLst/>
              <a:cxnLst/>
              <a:rect l="l" t="t" r="r" b="b"/>
              <a:pathLst>
                <a:path w="68414" h="93402" extrusionOk="0">
                  <a:moveTo>
                    <a:pt x="1" y="0"/>
                  </a:moveTo>
                  <a:cubicBezTo>
                    <a:pt x="7106" y="67"/>
                    <a:pt x="12943" y="5638"/>
                    <a:pt x="13344" y="12743"/>
                  </a:cubicBezTo>
                  <a:lnTo>
                    <a:pt x="16613" y="80658"/>
                  </a:lnTo>
                  <a:cubicBezTo>
                    <a:pt x="17013" y="87763"/>
                    <a:pt x="22850" y="93301"/>
                    <a:pt x="29955" y="93401"/>
                  </a:cubicBezTo>
                  <a:lnTo>
                    <a:pt x="55874" y="93401"/>
                  </a:lnTo>
                  <a:cubicBezTo>
                    <a:pt x="55913" y="93401"/>
                    <a:pt x="55953" y="93401"/>
                    <a:pt x="55992" y="93401"/>
                  </a:cubicBezTo>
                  <a:cubicBezTo>
                    <a:pt x="62909" y="93401"/>
                    <a:pt x="68414" y="87590"/>
                    <a:pt x="68016" y="80658"/>
                  </a:cubicBezTo>
                  <a:lnTo>
                    <a:pt x="64714" y="12743"/>
                  </a:lnTo>
                  <a:cubicBezTo>
                    <a:pt x="64313" y="5638"/>
                    <a:pt x="58476" y="67"/>
                    <a:pt x="51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9"/>
            <p:cNvSpPr/>
            <p:nvPr/>
          </p:nvSpPr>
          <p:spPr>
            <a:xfrm>
              <a:off x="6013825" y="3664279"/>
              <a:ext cx="1645657" cy="328317"/>
            </a:xfrm>
            <a:custGeom>
              <a:avLst/>
              <a:gdLst/>
              <a:ahLst/>
              <a:cxnLst/>
              <a:rect l="l" t="t" r="r" b="b"/>
              <a:pathLst>
                <a:path w="63878" h="12744" extrusionOk="0">
                  <a:moveTo>
                    <a:pt x="1" y="12743"/>
                  </a:moveTo>
                  <a:cubicBezTo>
                    <a:pt x="40" y="12743"/>
                    <a:pt x="79" y="12743"/>
                    <a:pt x="118" y="12743"/>
                  </a:cubicBezTo>
                  <a:cubicBezTo>
                    <a:pt x="157" y="12743"/>
                    <a:pt x="196" y="12743"/>
                    <a:pt x="235" y="12743"/>
                  </a:cubicBezTo>
                  <a:close/>
                  <a:moveTo>
                    <a:pt x="12109" y="0"/>
                  </a:moveTo>
                  <a:cubicBezTo>
                    <a:pt x="12505" y="6860"/>
                    <a:pt x="7064" y="12677"/>
                    <a:pt x="235" y="12743"/>
                  </a:cubicBezTo>
                  <a:lnTo>
                    <a:pt x="51371" y="12743"/>
                  </a:lnTo>
                  <a:cubicBezTo>
                    <a:pt x="51410" y="12743"/>
                    <a:pt x="51449" y="12743"/>
                    <a:pt x="51488" y="12743"/>
                  </a:cubicBezTo>
                  <a:cubicBezTo>
                    <a:pt x="58372" y="12743"/>
                    <a:pt x="63878" y="6899"/>
                    <a:pt x="634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9"/>
            <p:cNvSpPr/>
            <p:nvPr/>
          </p:nvSpPr>
          <p:spPr>
            <a:xfrm>
              <a:off x="5789544" y="2623609"/>
              <a:ext cx="985725" cy="49000"/>
            </a:xfrm>
            <a:custGeom>
              <a:avLst/>
              <a:gdLst/>
              <a:ahLst/>
              <a:cxnLst/>
              <a:rect l="l" t="t" r="r" b="b"/>
              <a:pathLst>
                <a:path w="38262" h="1902" extrusionOk="0">
                  <a:moveTo>
                    <a:pt x="935" y="1"/>
                  </a:moveTo>
                  <a:cubicBezTo>
                    <a:pt x="401" y="1"/>
                    <a:pt x="1" y="434"/>
                    <a:pt x="34" y="935"/>
                  </a:cubicBezTo>
                  <a:cubicBezTo>
                    <a:pt x="67" y="1468"/>
                    <a:pt x="501" y="1902"/>
                    <a:pt x="1035" y="1902"/>
                  </a:cubicBezTo>
                  <a:lnTo>
                    <a:pt x="37327" y="1902"/>
                  </a:lnTo>
                  <a:cubicBezTo>
                    <a:pt x="37861" y="1902"/>
                    <a:pt x="38261" y="1468"/>
                    <a:pt x="38261" y="968"/>
                  </a:cubicBezTo>
                  <a:cubicBezTo>
                    <a:pt x="38228" y="434"/>
                    <a:pt x="37761" y="1"/>
                    <a:pt x="372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9"/>
            <p:cNvSpPr/>
            <p:nvPr/>
          </p:nvSpPr>
          <p:spPr>
            <a:xfrm>
              <a:off x="5796422" y="2775706"/>
              <a:ext cx="985725" cy="49026"/>
            </a:xfrm>
            <a:custGeom>
              <a:avLst/>
              <a:gdLst/>
              <a:ahLst/>
              <a:cxnLst/>
              <a:rect l="l" t="t" r="r" b="b"/>
              <a:pathLst>
                <a:path w="38262" h="1903" extrusionOk="0">
                  <a:moveTo>
                    <a:pt x="934" y="1"/>
                  </a:moveTo>
                  <a:cubicBezTo>
                    <a:pt x="434" y="1"/>
                    <a:pt x="0" y="434"/>
                    <a:pt x="34" y="968"/>
                  </a:cubicBezTo>
                  <a:cubicBezTo>
                    <a:pt x="67" y="1469"/>
                    <a:pt x="501" y="1902"/>
                    <a:pt x="1035" y="1902"/>
                  </a:cubicBezTo>
                  <a:lnTo>
                    <a:pt x="37360" y="1902"/>
                  </a:lnTo>
                  <a:cubicBezTo>
                    <a:pt x="37861" y="1902"/>
                    <a:pt x="38261" y="1469"/>
                    <a:pt x="38261" y="968"/>
                  </a:cubicBezTo>
                  <a:cubicBezTo>
                    <a:pt x="38228" y="434"/>
                    <a:pt x="37794" y="1"/>
                    <a:pt x="37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9"/>
            <p:cNvSpPr/>
            <p:nvPr/>
          </p:nvSpPr>
          <p:spPr>
            <a:xfrm>
              <a:off x="5804150" y="2927829"/>
              <a:ext cx="986575" cy="49000"/>
            </a:xfrm>
            <a:custGeom>
              <a:avLst/>
              <a:gdLst/>
              <a:ahLst/>
              <a:cxnLst/>
              <a:rect l="l" t="t" r="r" b="b"/>
              <a:pathLst>
                <a:path w="38295" h="1902" extrusionOk="0">
                  <a:moveTo>
                    <a:pt x="935" y="0"/>
                  </a:moveTo>
                  <a:cubicBezTo>
                    <a:pt x="401" y="0"/>
                    <a:pt x="1" y="434"/>
                    <a:pt x="34" y="967"/>
                  </a:cubicBezTo>
                  <a:cubicBezTo>
                    <a:pt x="67" y="1468"/>
                    <a:pt x="501" y="1901"/>
                    <a:pt x="1035" y="1901"/>
                  </a:cubicBezTo>
                  <a:lnTo>
                    <a:pt x="37327" y="1901"/>
                  </a:lnTo>
                  <a:cubicBezTo>
                    <a:pt x="37861" y="1901"/>
                    <a:pt x="38295" y="1468"/>
                    <a:pt x="38261" y="967"/>
                  </a:cubicBezTo>
                  <a:cubicBezTo>
                    <a:pt x="38228" y="434"/>
                    <a:pt x="37794" y="0"/>
                    <a:pt x="372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9"/>
            <p:cNvSpPr/>
            <p:nvPr/>
          </p:nvSpPr>
          <p:spPr>
            <a:xfrm>
              <a:off x="5811879" y="3080776"/>
              <a:ext cx="984875" cy="48150"/>
            </a:xfrm>
            <a:custGeom>
              <a:avLst/>
              <a:gdLst/>
              <a:ahLst/>
              <a:cxnLst/>
              <a:rect l="l" t="t" r="r" b="b"/>
              <a:pathLst>
                <a:path w="38229" h="1869" extrusionOk="0">
                  <a:moveTo>
                    <a:pt x="902" y="1"/>
                  </a:moveTo>
                  <a:cubicBezTo>
                    <a:pt x="401" y="1"/>
                    <a:pt x="1" y="434"/>
                    <a:pt x="1" y="935"/>
                  </a:cubicBezTo>
                  <a:cubicBezTo>
                    <a:pt x="34" y="1468"/>
                    <a:pt x="468" y="1869"/>
                    <a:pt x="1002" y="1869"/>
                  </a:cubicBezTo>
                  <a:lnTo>
                    <a:pt x="37328" y="1869"/>
                  </a:lnTo>
                  <a:cubicBezTo>
                    <a:pt x="37828" y="1869"/>
                    <a:pt x="38228" y="1435"/>
                    <a:pt x="38228" y="935"/>
                  </a:cubicBezTo>
                  <a:cubicBezTo>
                    <a:pt x="38195" y="401"/>
                    <a:pt x="37761" y="1"/>
                    <a:pt x="372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9"/>
            <p:cNvSpPr/>
            <p:nvPr/>
          </p:nvSpPr>
          <p:spPr>
            <a:xfrm>
              <a:off x="5818757" y="3232873"/>
              <a:ext cx="613611" cy="49026"/>
            </a:xfrm>
            <a:custGeom>
              <a:avLst/>
              <a:gdLst/>
              <a:ahLst/>
              <a:cxnLst/>
              <a:rect l="l" t="t" r="r" b="b"/>
              <a:pathLst>
                <a:path w="23818" h="1903" extrusionOk="0">
                  <a:moveTo>
                    <a:pt x="935" y="1"/>
                  </a:moveTo>
                  <a:cubicBezTo>
                    <a:pt x="401" y="1"/>
                    <a:pt x="1" y="434"/>
                    <a:pt x="34" y="935"/>
                  </a:cubicBezTo>
                  <a:cubicBezTo>
                    <a:pt x="67" y="1469"/>
                    <a:pt x="501" y="1869"/>
                    <a:pt x="1035" y="1902"/>
                  </a:cubicBezTo>
                  <a:lnTo>
                    <a:pt x="22884" y="1902"/>
                  </a:lnTo>
                  <a:cubicBezTo>
                    <a:pt x="23417" y="1902"/>
                    <a:pt x="23818" y="1469"/>
                    <a:pt x="23784" y="935"/>
                  </a:cubicBezTo>
                  <a:cubicBezTo>
                    <a:pt x="23751" y="401"/>
                    <a:pt x="23317" y="1"/>
                    <a:pt x="228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5932186" y="1852665"/>
              <a:ext cx="652281" cy="588081"/>
            </a:xfrm>
            <a:custGeom>
              <a:avLst/>
              <a:gdLst/>
              <a:ahLst/>
              <a:cxnLst/>
              <a:rect l="l" t="t" r="r" b="b"/>
              <a:pathLst>
                <a:path w="25319" h="22827" extrusionOk="0">
                  <a:moveTo>
                    <a:pt x="12091" y="0"/>
                  </a:moveTo>
                  <a:cubicBezTo>
                    <a:pt x="9219" y="0"/>
                    <a:pt x="6403" y="1076"/>
                    <a:pt x="4304" y="3241"/>
                  </a:cubicBezTo>
                  <a:cubicBezTo>
                    <a:pt x="1" y="7644"/>
                    <a:pt x="268" y="14882"/>
                    <a:pt x="4871" y="19386"/>
                  </a:cubicBezTo>
                  <a:cubicBezTo>
                    <a:pt x="7228" y="21675"/>
                    <a:pt x="10250" y="22827"/>
                    <a:pt x="13216" y="22827"/>
                  </a:cubicBezTo>
                  <a:cubicBezTo>
                    <a:pt x="16084" y="22827"/>
                    <a:pt x="18901" y="21750"/>
                    <a:pt x="21016" y="19586"/>
                  </a:cubicBezTo>
                  <a:cubicBezTo>
                    <a:pt x="25319" y="15183"/>
                    <a:pt x="25052" y="7944"/>
                    <a:pt x="20449" y="3441"/>
                  </a:cubicBezTo>
                  <a:cubicBezTo>
                    <a:pt x="18091" y="1151"/>
                    <a:pt x="15061" y="0"/>
                    <a:pt x="120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9"/>
            <p:cNvSpPr/>
            <p:nvPr/>
          </p:nvSpPr>
          <p:spPr>
            <a:xfrm>
              <a:off x="6007874" y="1904317"/>
              <a:ext cx="494975" cy="484747"/>
            </a:xfrm>
            <a:custGeom>
              <a:avLst/>
              <a:gdLst/>
              <a:ahLst/>
              <a:cxnLst/>
              <a:rect l="l" t="t" r="r" b="b"/>
              <a:pathLst>
                <a:path w="19213" h="18816" extrusionOk="0">
                  <a:moveTo>
                    <a:pt x="9154" y="1"/>
                  </a:moveTo>
                  <a:cubicBezTo>
                    <a:pt x="4039" y="1"/>
                    <a:pt x="1" y="4310"/>
                    <a:pt x="299" y="9408"/>
                  </a:cubicBezTo>
                  <a:cubicBezTo>
                    <a:pt x="365" y="10976"/>
                    <a:pt x="832" y="12511"/>
                    <a:pt x="1666" y="13878"/>
                  </a:cubicBezTo>
                  <a:cubicBezTo>
                    <a:pt x="3434" y="16914"/>
                    <a:pt x="6670" y="18782"/>
                    <a:pt x="10172" y="18815"/>
                  </a:cubicBezTo>
                  <a:cubicBezTo>
                    <a:pt x="10202" y="18815"/>
                    <a:pt x="10231" y="18815"/>
                    <a:pt x="10260" y="18815"/>
                  </a:cubicBezTo>
                  <a:cubicBezTo>
                    <a:pt x="13629" y="18815"/>
                    <a:pt x="16723" y="16921"/>
                    <a:pt x="18211" y="13878"/>
                  </a:cubicBezTo>
                  <a:cubicBezTo>
                    <a:pt x="18878" y="12477"/>
                    <a:pt x="19212" y="10943"/>
                    <a:pt x="19145" y="9408"/>
                  </a:cubicBezTo>
                  <a:cubicBezTo>
                    <a:pt x="18812" y="4171"/>
                    <a:pt x="14509" y="35"/>
                    <a:pt x="9272" y="2"/>
                  </a:cubicBezTo>
                  <a:cubicBezTo>
                    <a:pt x="9232" y="1"/>
                    <a:pt x="9193" y="1"/>
                    <a:pt x="9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9"/>
            <p:cNvSpPr/>
            <p:nvPr/>
          </p:nvSpPr>
          <p:spPr>
            <a:xfrm>
              <a:off x="6050800" y="2197374"/>
              <a:ext cx="426266" cy="215853"/>
            </a:xfrm>
            <a:custGeom>
              <a:avLst/>
              <a:gdLst/>
              <a:ahLst/>
              <a:cxnLst/>
              <a:rect l="l" t="t" r="r" b="b"/>
              <a:pathLst>
                <a:path w="16546" h="7440" extrusionOk="0">
                  <a:moveTo>
                    <a:pt x="8139" y="0"/>
                  </a:moveTo>
                  <a:cubicBezTo>
                    <a:pt x="5237" y="0"/>
                    <a:pt x="2402" y="868"/>
                    <a:pt x="0" y="2502"/>
                  </a:cubicBezTo>
                  <a:cubicBezTo>
                    <a:pt x="1768" y="5538"/>
                    <a:pt x="5004" y="7406"/>
                    <a:pt x="8506" y="7439"/>
                  </a:cubicBezTo>
                  <a:cubicBezTo>
                    <a:pt x="8536" y="7439"/>
                    <a:pt x="8565" y="7439"/>
                    <a:pt x="8594" y="7439"/>
                  </a:cubicBezTo>
                  <a:cubicBezTo>
                    <a:pt x="11963" y="7439"/>
                    <a:pt x="15057" y="5545"/>
                    <a:pt x="16545" y="2502"/>
                  </a:cubicBezTo>
                  <a:cubicBezTo>
                    <a:pt x="14044" y="868"/>
                    <a:pt x="11141" y="0"/>
                    <a:pt x="8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9"/>
            <p:cNvSpPr/>
            <p:nvPr/>
          </p:nvSpPr>
          <p:spPr>
            <a:xfrm>
              <a:off x="6134132" y="1955583"/>
              <a:ext cx="239797" cy="215838"/>
            </a:xfrm>
            <a:custGeom>
              <a:avLst/>
              <a:gdLst/>
              <a:ahLst/>
              <a:cxnLst/>
              <a:rect l="l" t="t" r="r" b="b"/>
              <a:pathLst>
                <a:path w="9308" h="8378" extrusionOk="0">
                  <a:moveTo>
                    <a:pt x="4450" y="0"/>
                  </a:moveTo>
                  <a:cubicBezTo>
                    <a:pt x="3396" y="0"/>
                    <a:pt x="2357" y="392"/>
                    <a:pt x="1569" y="1181"/>
                  </a:cubicBezTo>
                  <a:cubicBezTo>
                    <a:pt x="1" y="2815"/>
                    <a:pt x="101" y="5450"/>
                    <a:pt x="1802" y="7118"/>
                  </a:cubicBezTo>
                  <a:cubicBezTo>
                    <a:pt x="2661" y="7961"/>
                    <a:pt x="3759" y="8377"/>
                    <a:pt x="4841" y="8377"/>
                  </a:cubicBezTo>
                  <a:cubicBezTo>
                    <a:pt x="5902" y="8377"/>
                    <a:pt x="6947" y="7977"/>
                    <a:pt x="7740" y="7185"/>
                  </a:cubicBezTo>
                  <a:cubicBezTo>
                    <a:pt x="9307" y="5550"/>
                    <a:pt x="9207" y="2915"/>
                    <a:pt x="7506" y="1247"/>
                  </a:cubicBezTo>
                  <a:cubicBezTo>
                    <a:pt x="6642" y="417"/>
                    <a:pt x="5538" y="0"/>
                    <a:pt x="4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9"/>
            <p:cNvSpPr/>
            <p:nvPr/>
          </p:nvSpPr>
          <p:spPr>
            <a:xfrm>
              <a:off x="7072527" y="4220267"/>
              <a:ext cx="86820" cy="182192"/>
            </a:xfrm>
            <a:custGeom>
              <a:avLst/>
              <a:gdLst/>
              <a:ahLst/>
              <a:cxnLst/>
              <a:rect l="l" t="t" r="r" b="b"/>
              <a:pathLst>
                <a:path w="3370" h="7072" extrusionOk="0">
                  <a:moveTo>
                    <a:pt x="1" y="0"/>
                  </a:moveTo>
                  <a:lnTo>
                    <a:pt x="301" y="7072"/>
                  </a:lnTo>
                  <a:lnTo>
                    <a:pt x="3370" y="7072"/>
                  </a:lnTo>
                  <a:lnTo>
                    <a:pt x="3036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9"/>
            <p:cNvSpPr/>
            <p:nvPr/>
          </p:nvSpPr>
          <p:spPr>
            <a:xfrm>
              <a:off x="7072527" y="4220267"/>
              <a:ext cx="82543" cy="93698"/>
            </a:xfrm>
            <a:custGeom>
              <a:avLst/>
              <a:gdLst/>
              <a:ahLst/>
              <a:cxnLst/>
              <a:rect l="l" t="t" r="r" b="b"/>
              <a:pathLst>
                <a:path w="3204" h="3637" extrusionOk="0">
                  <a:moveTo>
                    <a:pt x="1" y="0"/>
                  </a:moveTo>
                  <a:lnTo>
                    <a:pt x="134" y="3636"/>
                  </a:lnTo>
                  <a:lnTo>
                    <a:pt x="3203" y="3636"/>
                  </a:lnTo>
                  <a:lnTo>
                    <a:pt x="3036" y="0"/>
                  </a:lnTo>
                  <a:close/>
                </a:path>
              </a:pathLst>
            </a:custGeom>
            <a:solidFill>
              <a:srgbClr val="B73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9"/>
            <p:cNvSpPr/>
            <p:nvPr/>
          </p:nvSpPr>
          <p:spPr>
            <a:xfrm>
              <a:off x="7661182" y="4026900"/>
              <a:ext cx="169311" cy="186521"/>
            </a:xfrm>
            <a:custGeom>
              <a:avLst/>
              <a:gdLst/>
              <a:ahLst/>
              <a:cxnLst/>
              <a:rect l="l" t="t" r="r" b="b"/>
              <a:pathLst>
                <a:path w="6572" h="7240" extrusionOk="0">
                  <a:moveTo>
                    <a:pt x="2903" y="1"/>
                  </a:moveTo>
                  <a:lnTo>
                    <a:pt x="0" y="968"/>
                  </a:lnTo>
                  <a:lnTo>
                    <a:pt x="3670" y="7239"/>
                  </a:lnTo>
                  <a:lnTo>
                    <a:pt x="6572" y="6272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9"/>
            <p:cNvSpPr/>
            <p:nvPr/>
          </p:nvSpPr>
          <p:spPr>
            <a:xfrm>
              <a:off x="7661182" y="4026900"/>
              <a:ext cx="123763" cy="108306"/>
            </a:xfrm>
            <a:custGeom>
              <a:avLst/>
              <a:gdLst/>
              <a:ahLst/>
              <a:cxnLst/>
              <a:rect l="l" t="t" r="r" b="b"/>
              <a:pathLst>
                <a:path w="4804" h="4204" extrusionOk="0">
                  <a:moveTo>
                    <a:pt x="2903" y="1"/>
                  </a:moveTo>
                  <a:lnTo>
                    <a:pt x="0" y="968"/>
                  </a:lnTo>
                  <a:lnTo>
                    <a:pt x="1902" y="4204"/>
                  </a:lnTo>
                  <a:lnTo>
                    <a:pt x="4804" y="3237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B73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9"/>
            <p:cNvSpPr/>
            <p:nvPr/>
          </p:nvSpPr>
          <p:spPr>
            <a:xfrm>
              <a:off x="7332927" y="1761700"/>
              <a:ext cx="270712" cy="640250"/>
            </a:xfrm>
            <a:custGeom>
              <a:avLst/>
              <a:gdLst/>
              <a:ahLst/>
              <a:cxnLst/>
              <a:rect l="l" t="t" r="r" b="b"/>
              <a:pathLst>
                <a:path w="10508" h="24852" extrusionOk="0">
                  <a:moveTo>
                    <a:pt x="3603" y="0"/>
                  </a:moveTo>
                  <a:lnTo>
                    <a:pt x="0" y="2969"/>
                  </a:lnTo>
                  <a:cubicBezTo>
                    <a:pt x="567" y="3736"/>
                    <a:pt x="1168" y="4570"/>
                    <a:pt x="1735" y="5404"/>
                  </a:cubicBezTo>
                  <a:cubicBezTo>
                    <a:pt x="2302" y="6238"/>
                    <a:pt x="2869" y="7039"/>
                    <a:pt x="3402" y="7906"/>
                  </a:cubicBezTo>
                  <a:cubicBezTo>
                    <a:pt x="3936" y="8740"/>
                    <a:pt x="4470" y="9607"/>
                    <a:pt x="4937" y="10441"/>
                  </a:cubicBezTo>
                  <a:cubicBezTo>
                    <a:pt x="5170" y="10875"/>
                    <a:pt x="5404" y="11342"/>
                    <a:pt x="5604" y="11742"/>
                  </a:cubicBezTo>
                  <a:lnTo>
                    <a:pt x="5904" y="12409"/>
                  </a:lnTo>
                  <a:lnTo>
                    <a:pt x="6204" y="13076"/>
                  </a:lnTo>
                  <a:lnTo>
                    <a:pt x="6271" y="13210"/>
                  </a:lnTo>
                  <a:lnTo>
                    <a:pt x="6305" y="13310"/>
                  </a:lnTo>
                  <a:cubicBezTo>
                    <a:pt x="6305" y="13310"/>
                    <a:pt x="6305" y="13343"/>
                    <a:pt x="6305" y="13343"/>
                  </a:cubicBezTo>
                  <a:lnTo>
                    <a:pt x="6338" y="13410"/>
                  </a:lnTo>
                  <a:cubicBezTo>
                    <a:pt x="6371" y="13577"/>
                    <a:pt x="6371" y="13710"/>
                    <a:pt x="6405" y="13877"/>
                  </a:cubicBezTo>
                  <a:cubicBezTo>
                    <a:pt x="6405" y="14277"/>
                    <a:pt x="6405" y="14711"/>
                    <a:pt x="6338" y="15111"/>
                  </a:cubicBezTo>
                  <a:cubicBezTo>
                    <a:pt x="6204" y="16078"/>
                    <a:pt x="6038" y="17012"/>
                    <a:pt x="5804" y="17980"/>
                  </a:cubicBezTo>
                  <a:cubicBezTo>
                    <a:pt x="5337" y="19915"/>
                    <a:pt x="4703" y="21916"/>
                    <a:pt x="4103" y="23884"/>
                  </a:cubicBezTo>
                  <a:lnTo>
                    <a:pt x="6171" y="24851"/>
                  </a:lnTo>
                  <a:cubicBezTo>
                    <a:pt x="7339" y="23017"/>
                    <a:pt x="8339" y="21049"/>
                    <a:pt x="9173" y="19014"/>
                  </a:cubicBezTo>
                  <a:cubicBezTo>
                    <a:pt x="9607" y="17980"/>
                    <a:pt x="9940" y="16879"/>
                    <a:pt x="10207" y="15778"/>
                  </a:cubicBezTo>
                  <a:cubicBezTo>
                    <a:pt x="10341" y="15144"/>
                    <a:pt x="10441" y="14511"/>
                    <a:pt x="10474" y="13877"/>
                  </a:cubicBezTo>
                  <a:cubicBezTo>
                    <a:pt x="10508" y="13510"/>
                    <a:pt x="10474" y="13110"/>
                    <a:pt x="10441" y="12743"/>
                  </a:cubicBezTo>
                  <a:lnTo>
                    <a:pt x="10407" y="12443"/>
                  </a:lnTo>
                  <a:lnTo>
                    <a:pt x="10307" y="12109"/>
                  </a:lnTo>
                  <a:lnTo>
                    <a:pt x="10274" y="11909"/>
                  </a:lnTo>
                  <a:lnTo>
                    <a:pt x="10241" y="11809"/>
                  </a:lnTo>
                  <a:lnTo>
                    <a:pt x="10174" y="11609"/>
                  </a:lnTo>
                  <a:cubicBezTo>
                    <a:pt x="9440" y="9474"/>
                    <a:pt x="8506" y="7406"/>
                    <a:pt x="7339" y="5471"/>
                  </a:cubicBezTo>
                  <a:cubicBezTo>
                    <a:pt x="6805" y="4504"/>
                    <a:pt x="6204" y="3603"/>
                    <a:pt x="5604" y="2702"/>
                  </a:cubicBezTo>
                  <a:cubicBezTo>
                    <a:pt x="5270" y="2235"/>
                    <a:pt x="4970" y="1802"/>
                    <a:pt x="4637" y="1335"/>
                  </a:cubicBezTo>
                  <a:cubicBezTo>
                    <a:pt x="4303" y="901"/>
                    <a:pt x="3970" y="467"/>
                    <a:pt x="360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9"/>
            <p:cNvSpPr/>
            <p:nvPr/>
          </p:nvSpPr>
          <p:spPr>
            <a:xfrm>
              <a:off x="7412839" y="2358934"/>
              <a:ext cx="102277" cy="72212"/>
            </a:xfrm>
            <a:custGeom>
              <a:avLst/>
              <a:gdLst/>
              <a:ahLst/>
              <a:cxnLst/>
              <a:rect l="l" t="t" r="r" b="b"/>
              <a:pathLst>
                <a:path w="3970" h="2803" extrusionOk="0">
                  <a:moveTo>
                    <a:pt x="2702" y="1"/>
                  </a:moveTo>
                  <a:lnTo>
                    <a:pt x="1168" y="167"/>
                  </a:lnTo>
                  <a:lnTo>
                    <a:pt x="0" y="2803"/>
                  </a:lnTo>
                  <a:lnTo>
                    <a:pt x="3403" y="2803"/>
                  </a:lnTo>
                  <a:cubicBezTo>
                    <a:pt x="3403" y="2803"/>
                    <a:pt x="3970" y="801"/>
                    <a:pt x="2702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9"/>
            <p:cNvSpPr/>
            <p:nvPr/>
          </p:nvSpPr>
          <p:spPr>
            <a:xfrm>
              <a:off x="7412839" y="2419502"/>
              <a:ext cx="91972" cy="77365"/>
            </a:xfrm>
            <a:custGeom>
              <a:avLst/>
              <a:gdLst/>
              <a:ahLst/>
              <a:cxnLst/>
              <a:rect l="l" t="t" r="r" b="b"/>
              <a:pathLst>
                <a:path w="3570" h="3003" extrusionOk="0">
                  <a:moveTo>
                    <a:pt x="0" y="1"/>
                  </a:moveTo>
                  <a:lnTo>
                    <a:pt x="401" y="3003"/>
                  </a:lnTo>
                  <a:lnTo>
                    <a:pt x="3569" y="2369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9"/>
            <p:cNvSpPr/>
            <p:nvPr/>
          </p:nvSpPr>
          <p:spPr>
            <a:xfrm>
              <a:off x="7020128" y="1404205"/>
              <a:ext cx="14633" cy="23238"/>
            </a:xfrm>
            <a:custGeom>
              <a:avLst/>
              <a:gdLst/>
              <a:ahLst/>
              <a:cxnLst/>
              <a:rect l="l" t="t" r="r" b="b"/>
              <a:pathLst>
                <a:path w="568" h="902" extrusionOk="0">
                  <a:moveTo>
                    <a:pt x="300" y="1"/>
                  </a:moveTo>
                  <a:cubicBezTo>
                    <a:pt x="133" y="1"/>
                    <a:pt x="0" y="201"/>
                    <a:pt x="0" y="468"/>
                  </a:cubicBezTo>
                  <a:cubicBezTo>
                    <a:pt x="0" y="701"/>
                    <a:pt x="133" y="901"/>
                    <a:pt x="300" y="901"/>
                  </a:cubicBezTo>
                  <a:cubicBezTo>
                    <a:pt x="434" y="901"/>
                    <a:pt x="567" y="701"/>
                    <a:pt x="567" y="468"/>
                  </a:cubicBezTo>
                  <a:cubicBezTo>
                    <a:pt x="567" y="201"/>
                    <a:pt x="434" y="1"/>
                    <a:pt x="3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9"/>
            <p:cNvSpPr/>
            <p:nvPr/>
          </p:nvSpPr>
          <p:spPr>
            <a:xfrm>
              <a:off x="7002069" y="1427417"/>
              <a:ext cx="30967" cy="61315"/>
            </a:xfrm>
            <a:custGeom>
              <a:avLst/>
              <a:gdLst/>
              <a:ahLst/>
              <a:cxnLst/>
              <a:rect l="l" t="t" r="r" b="b"/>
              <a:pathLst>
                <a:path w="1202" h="2380" extrusionOk="0">
                  <a:moveTo>
                    <a:pt x="1201" y="0"/>
                  </a:moveTo>
                  <a:cubicBezTo>
                    <a:pt x="901" y="768"/>
                    <a:pt x="501" y="1468"/>
                    <a:pt x="1" y="2102"/>
                  </a:cubicBezTo>
                  <a:cubicBezTo>
                    <a:pt x="237" y="2291"/>
                    <a:pt x="523" y="2380"/>
                    <a:pt x="825" y="2380"/>
                  </a:cubicBezTo>
                  <a:cubicBezTo>
                    <a:pt x="949" y="2380"/>
                    <a:pt x="1075" y="2365"/>
                    <a:pt x="1201" y="2335"/>
                  </a:cubicBezTo>
                  <a:lnTo>
                    <a:pt x="1201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9"/>
            <p:cNvSpPr/>
            <p:nvPr/>
          </p:nvSpPr>
          <p:spPr>
            <a:xfrm>
              <a:off x="7022318" y="1366439"/>
              <a:ext cx="39082" cy="14607"/>
            </a:xfrm>
            <a:custGeom>
              <a:avLst/>
              <a:gdLst/>
              <a:ahLst/>
              <a:cxnLst/>
              <a:rect l="l" t="t" r="r" b="b"/>
              <a:pathLst>
                <a:path w="1517" h="567" extrusionOk="0">
                  <a:moveTo>
                    <a:pt x="585" y="0"/>
                  </a:moveTo>
                  <a:cubicBezTo>
                    <a:pt x="437" y="0"/>
                    <a:pt x="289" y="22"/>
                    <a:pt x="149" y="66"/>
                  </a:cubicBezTo>
                  <a:cubicBezTo>
                    <a:pt x="0" y="125"/>
                    <a:pt x="63" y="343"/>
                    <a:pt x="196" y="343"/>
                  </a:cubicBezTo>
                  <a:cubicBezTo>
                    <a:pt x="213" y="343"/>
                    <a:pt x="230" y="340"/>
                    <a:pt x="249" y="333"/>
                  </a:cubicBezTo>
                  <a:cubicBezTo>
                    <a:pt x="359" y="303"/>
                    <a:pt x="469" y="288"/>
                    <a:pt x="577" y="288"/>
                  </a:cubicBezTo>
                  <a:cubicBezTo>
                    <a:pt x="830" y="288"/>
                    <a:pt x="1073" y="369"/>
                    <a:pt x="1283" y="533"/>
                  </a:cubicBezTo>
                  <a:cubicBezTo>
                    <a:pt x="1316" y="533"/>
                    <a:pt x="1349" y="566"/>
                    <a:pt x="1383" y="566"/>
                  </a:cubicBezTo>
                  <a:cubicBezTo>
                    <a:pt x="1416" y="566"/>
                    <a:pt x="1449" y="533"/>
                    <a:pt x="1483" y="499"/>
                  </a:cubicBezTo>
                  <a:cubicBezTo>
                    <a:pt x="1516" y="433"/>
                    <a:pt x="1516" y="333"/>
                    <a:pt x="1449" y="299"/>
                  </a:cubicBezTo>
                  <a:cubicBezTo>
                    <a:pt x="1202" y="96"/>
                    <a:pt x="893" y="0"/>
                    <a:pt x="5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9"/>
            <p:cNvSpPr/>
            <p:nvPr/>
          </p:nvSpPr>
          <p:spPr>
            <a:xfrm>
              <a:off x="7016676" y="1489296"/>
              <a:ext cx="241498" cy="260407"/>
            </a:xfrm>
            <a:custGeom>
              <a:avLst/>
              <a:gdLst/>
              <a:ahLst/>
              <a:cxnLst/>
              <a:rect l="l" t="t" r="r" b="b"/>
              <a:pathLst>
                <a:path w="9374" h="10108" extrusionOk="0">
                  <a:moveTo>
                    <a:pt x="8673" y="0"/>
                  </a:moveTo>
                  <a:lnTo>
                    <a:pt x="4404" y="3669"/>
                  </a:lnTo>
                  <a:cubicBezTo>
                    <a:pt x="4837" y="5404"/>
                    <a:pt x="4904" y="7239"/>
                    <a:pt x="2402" y="7839"/>
                  </a:cubicBezTo>
                  <a:cubicBezTo>
                    <a:pt x="2402" y="7839"/>
                    <a:pt x="1" y="10107"/>
                    <a:pt x="4604" y="10107"/>
                  </a:cubicBezTo>
                  <a:cubicBezTo>
                    <a:pt x="8774" y="10107"/>
                    <a:pt x="9374" y="7839"/>
                    <a:pt x="9374" y="7839"/>
                  </a:cubicBezTo>
                  <a:cubicBezTo>
                    <a:pt x="7806" y="6338"/>
                    <a:pt x="8240" y="2235"/>
                    <a:pt x="867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9"/>
            <p:cNvSpPr/>
            <p:nvPr/>
          </p:nvSpPr>
          <p:spPr>
            <a:xfrm>
              <a:off x="7059647" y="1656180"/>
              <a:ext cx="232043" cy="59125"/>
            </a:xfrm>
            <a:custGeom>
              <a:avLst/>
              <a:gdLst/>
              <a:ahLst/>
              <a:cxnLst/>
              <a:rect l="l" t="t" r="r" b="b"/>
              <a:pathLst>
                <a:path w="9007" h="2295" extrusionOk="0">
                  <a:moveTo>
                    <a:pt x="4224" y="0"/>
                  </a:moveTo>
                  <a:cubicBezTo>
                    <a:pt x="3087" y="0"/>
                    <a:pt x="1995" y="80"/>
                    <a:pt x="1368" y="294"/>
                  </a:cubicBezTo>
                  <a:cubicBezTo>
                    <a:pt x="501" y="560"/>
                    <a:pt x="0" y="1428"/>
                    <a:pt x="267" y="2295"/>
                  </a:cubicBezTo>
                  <a:lnTo>
                    <a:pt x="8306" y="2128"/>
                  </a:lnTo>
                  <a:cubicBezTo>
                    <a:pt x="8640" y="1428"/>
                    <a:pt x="9007" y="594"/>
                    <a:pt x="8240" y="360"/>
                  </a:cubicBezTo>
                  <a:cubicBezTo>
                    <a:pt x="7739" y="180"/>
                    <a:pt x="5930" y="0"/>
                    <a:pt x="4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9"/>
            <p:cNvSpPr/>
            <p:nvPr/>
          </p:nvSpPr>
          <p:spPr>
            <a:xfrm>
              <a:off x="7715307" y="4213389"/>
              <a:ext cx="37845" cy="27643"/>
            </a:xfrm>
            <a:custGeom>
              <a:avLst/>
              <a:gdLst/>
              <a:ahLst/>
              <a:cxnLst/>
              <a:rect l="l" t="t" r="r" b="b"/>
              <a:pathLst>
                <a:path w="1469" h="1073" extrusionOk="0">
                  <a:moveTo>
                    <a:pt x="1235" y="167"/>
                  </a:moveTo>
                  <a:lnTo>
                    <a:pt x="1235" y="167"/>
                  </a:lnTo>
                  <a:cubicBezTo>
                    <a:pt x="977" y="489"/>
                    <a:pt x="533" y="936"/>
                    <a:pt x="323" y="936"/>
                  </a:cubicBezTo>
                  <a:cubicBezTo>
                    <a:pt x="315" y="936"/>
                    <a:pt x="308" y="936"/>
                    <a:pt x="301" y="934"/>
                  </a:cubicBezTo>
                  <a:cubicBezTo>
                    <a:pt x="268" y="934"/>
                    <a:pt x="201" y="934"/>
                    <a:pt x="168" y="801"/>
                  </a:cubicBezTo>
                  <a:cubicBezTo>
                    <a:pt x="168" y="734"/>
                    <a:pt x="168" y="668"/>
                    <a:pt x="201" y="634"/>
                  </a:cubicBezTo>
                  <a:cubicBezTo>
                    <a:pt x="201" y="601"/>
                    <a:pt x="234" y="567"/>
                    <a:pt x="268" y="567"/>
                  </a:cubicBezTo>
                  <a:cubicBezTo>
                    <a:pt x="535" y="367"/>
                    <a:pt x="868" y="234"/>
                    <a:pt x="1235" y="167"/>
                  </a:cubicBezTo>
                  <a:close/>
                  <a:moveTo>
                    <a:pt x="1369" y="0"/>
                  </a:moveTo>
                  <a:cubicBezTo>
                    <a:pt x="1335" y="0"/>
                    <a:pt x="335" y="167"/>
                    <a:pt x="68" y="534"/>
                  </a:cubicBezTo>
                  <a:cubicBezTo>
                    <a:pt x="34" y="634"/>
                    <a:pt x="1" y="734"/>
                    <a:pt x="34" y="834"/>
                  </a:cubicBezTo>
                  <a:cubicBezTo>
                    <a:pt x="34" y="968"/>
                    <a:pt x="134" y="1068"/>
                    <a:pt x="268" y="1068"/>
                  </a:cubicBezTo>
                  <a:cubicBezTo>
                    <a:pt x="285" y="1071"/>
                    <a:pt x="302" y="1072"/>
                    <a:pt x="320" y="1072"/>
                  </a:cubicBezTo>
                  <a:cubicBezTo>
                    <a:pt x="508" y="1072"/>
                    <a:pt x="722" y="914"/>
                    <a:pt x="935" y="701"/>
                  </a:cubicBezTo>
                  <a:cubicBezTo>
                    <a:pt x="1135" y="534"/>
                    <a:pt x="1302" y="334"/>
                    <a:pt x="1469" y="100"/>
                  </a:cubicBezTo>
                  <a:cubicBezTo>
                    <a:pt x="1469" y="67"/>
                    <a:pt x="1469" y="34"/>
                    <a:pt x="1469" y="34"/>
                  </a:cubicBezTo>
                  <a:cubicBezTo>
                    <a:pt x="1435" y="0"/>
                    <a:pt x="1402" y="0"/>
                    <a:pt x="13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9"/>
            <p:cNvSpPr/>
            <p:nvPr/>
          </p:nvSpPr>
          <p:spPr>
            <a:xfrm>
              <a:off x="7712731" y="4198731"/>
              <a:ext cx="40421" cy="19245"/>
            </a:xfrm>
            <a:custGeom>
              <a:avLst/>
              <a:gdLst/>
              <a:ahLst/>
              <a:cxnLst/>
              <a:rect l="l" t="t" r="r" b="b"/>
              <a:pathLst>
                <a:path w="1569" h="747" extrusionOk="0">
                  <a:moveTo>
                    <a:pt x="401" y="136"/>
                  </a:moveTo>
                  <a:cubicBezTo>
                    <a:pt x="735" y="202"/>
                    <a:pt x="1068" y="336"/>
                    <a:pt x="1335" y="569"/>
                  </a:cubicBezTo>
                  <a:cubicBezTo>
                    <a:pt x="1250" y="584"/>
                    <a:pt x="1153" y="590"/>
                    <a:pt x="1054" y="590"/>
                  </a:cubicBezTo>
                  <a:cubicBezTo>
                    <a:pt x="687" y="590"/>
                    <a:pt x="273" y="500"/>
                    <a:pt x="168" y="369"/>
                  </a:cubicBezTo>
                  <a:cubicBezTo>
                    <a:pt x="168" y="336"/>
                    <a:pt x="134" y="303"/>
                    <a:pt x="201" y="236"/>
                  </a:cubicBezTo>
                  <a:lnTo>
                    <a:pt x="234" y="202"/>
                  </a:lnTo>
                  <a:cubicBezTo>
                    <a:pt x="268" y="169"/>
                    <a:pt x="334" y="136"/>
                    <a:pt x="401" y="136"/>
                  </a:cubicBezTo>
                  <a:close/>
                  <a:moveTo>
                    <a:pt x="408" y="1"/>
                  </a:moveTo>
                  <a:cubicBezTo>
                    <a:pt x="395" y="1"/>
                    <a:pt x="381" y="1"/>
                    <a:pt x="368" y="2"/>
                  </a:cubicBezTo>
                  <a:cubicBezTo>
                    <a:pt x="268" y="2"/>
                    <a:pt x="168" y="69"/>
                    <a:pt x="101" y="136"/>
                  </a:cubicBezTo>
                  <a:cubicBezTo>
                    <a:pt x="1" y="236"/>
                    <a:pt x="1" y="336"/>
                    <a:pt x="68" y="436"/>
                  </a:cubicBezTo>
                  <a:cubicBezTo>
                    <a:pt x="211" y="651"/>
                    <a:pt x="714" y="746"/>
                    <a:pt x="1110" y="746"/>
                  </a:cubicBezTo>
                  <a:cubicBezTo>
                    <a:pt x="1267" y="746"/>
                    <a:pt x="1407" y="731"/>
                    <a:pt x="1502" y="703"/>
                  </a:cubicBezTo>
                  <a:lnTo>
                    <a:pt x="1535" y="669"/>
                  </a:lnTo>
                  <a:cubicBezTo>
                    <a:pt x="1535" y="669"/>
                    <a:pt x="1535" y="669"/>
                    <a:pt x="1569" y="636"/>
                  </a:cubicBezTo>
                  <a:cubicBezTo>
                    <a:pt x="1569" y="603"/>
                    <a:pt x="1535" y="603"/>
                    <a:pt x="1535" y="569"/>
                  </a:cubicBezTo>
                  <a:cubicBezTo>
                    <a:pt x="1503" y="537"/>
                    <a:pt x="872" y="1"/>
                    <a:pt x="4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9"/>
            <p:cNvSpPr/>
            <p:nvPr/>
          </p:nvSpPr>
          <p:spPr>
            <a:xfrm>
              <a:off x="7023554" y="4387358"/>
              <a:ext cx="50726" cy="19399"/>
            </a:xfrm>
            <a:custGeom>
              <a:avLst/>
              <a:gdLst/>
              <a:ahLst/>
              <a:cxnLst/>
              <a:rect l="l" t="t" r="r" b="b"/>
              <a:pathLst>
                <a:path w="1969" h="753" extrusionOk="0">
                  <a:moveTo>
                    <a:pt x="467" y="152"/>
                  </a:moveTo>
                  <a:cubicBezTo>
                    <a:pt x="901" y="219"/>
                    <a:pt x="1301" y="319"/>
                    <a:pt x="1668" y="553"/>
                  </a:cubicBezTo>
                  <a:cubicBezTo>
                    <a:pt x="1461" y="577"/>
                    <a:pt x="1226" y="593"/>
                    <a:pt x="1006" y="593"/>
                  </a:cubicBezTo>
                  <a:cubicBezTo>
                    <a:pt x="625" y="593"/>
                    <a:pt x="285" y="546"/>
                    <a:pt x="201" y="419"/>
                  </a:cubicBezTo>
                  <a:cubicBezTo>
                    <a:pt x="167" y="386"/>
                    <a:pt x="134" y="352"/>
                    <a:pt x="201" y="252"/>
                  </a:cubicBezTo>
                  <a:cubicBezTo>
                    <a:pt x="234" y="219"/>
                    <a:pt x="267" y="152"/>
                    <a:pt x="334" y="152"/>
                  </a:cubicBezTo>
                  <a:close/>
                  <a:moveTo>
                    <a:pt x="458" y="0"/>
                  </a:moveTo>
                  <a:cubicBezTo>
                    <a:pt x="401" y="0"/>
                    <a:pt x="348" y="6"/>
                    <a:pt x="301" y="19"/>
                  </a:cubicBezTo>
                  <a:cubicBezTo>
                    <a:pt x="201" y="52"/>
                    <a:pt x="101" y="119"/>
                    <a:pt x="67" y="219"/>
                  </a:cubicBezTo>
                  <a:cubicBezTo>
                    <a:pt x="0" y="286"/>
                    <a:pt x="0" y="419"/>
                    <a:pt x="67" y="519"/>
                  </a:cubicBezTo>
                  <a:cubicBezTo>
                    <a:pt x="201" y="686"/>
                    <a:pt x="568" y="753"/>
                    <a:pt x="968" y="753"/>
                  </a:cubicBezTo>
                  <a:cubicBezTo>
                    <a:pt x="1268" y="753"/>
                    <a:pt x="1602" y="719"/>
                    <a:pt x="1902" y="653"/>
                  </a:cubicBezTo>
                  <a:cubicBezTo>
                    <a:pt x="1935" y="653"/>
                    <a:pt x="1935" y="619"/>
                    <a:pt x="1969" y="619"/>
                  </a:cubicBezTo>
                  <a:cubicBezTo>
                    <a:pt x="1969" y="586"/>
                    <a:pt x="1935" y="553"/>
                    <a:pt x="1935" y="519"/>
                  </a:cubicBezTo>
                  <a:cubicBezTo>
                    <a:pt x="1875" y="519"/>
                    <a:pt x="995" y="0"/>
                    <a:pt x="4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7043314" y="4368706"/>
              <a:ext cx="30967" cy="35861"/>
            </a:xfrm>
            <a:custGeom>
              <a:avLst/>
              <a:gdLst/>
              <a:ahLst/>
              <a:cxnLst/>
              <a:rect l="l" t="t" r="r" b="b"/>
              <a:pathLst>
                <a:path w="1202" h="1392" extrusionOk="0">
                  <a:moveTo>
                    <a:pt x="368" y="142"/>
                  </a:moveTo>
                  <a:cubicBezTo>
                    <a:pt x="468" y="142"/>
                    <a:pt x="534" y="176"/>
                    <a:pt x="601" y="243"/>
                  </a:cubicBezTo>
                  <a:cubicBezTo>
                    <a:pt x="835" y="476"/>
                    <a:pt x="1001" y="810"/>
                    <a:pt x="1035" y="1177"/>
                  </a:cubicBezTo>
                  <a:cubicBezTo>
                    <a:pt x="668" y="943"/>
                    <a:pt x="167" y="443"/>
                    <a:pt x="201" y="209"/>
                  </a:cubicBezTo>
                  <a:cubicBezTo>
                    <a:pt x="201" y="209"/>
                    <a:pt x="201" y="142"/>
                    <a:pt x="334" y="142"/>
                  </a:cubicBezTo>
                  <a:close/>
                  <a:moveTo>
                    <a:pt x="387" y="0"/>
                  </a:moveTo>
                  <a:cubicBezTo>
                    <a:pt x="359" y="0"/>
                    <a:pt x="330" y="3"/>
                    <a:pt x="301" y="9"/>
                  </a:cubicBezTo>
                  <a:cubicBezTo>
                    <a:pt x="101" y="42"/>
                    <a:pt x="34" y="142"/>
                    <a:pt x="34" y="209"/>
                  </a:cubicBezTo>
                  <a:cubicBezTo>
                    <a:pt x="1" y="543"/>
                    <a:pt x="735" y="1210"/>
                    <a:pt x="1101" y="1377"/>
                  </a:cubicBezTo>
                  <a:lnTo>
                    <a:pt x="1135" y="1377"/>
                  </a:lnTo>
                  <a:cubicBezTo>
                    <a:pt x="1135" y="1388"/>
                    <a:pt x="1139" y="1392"/>
                    <a:pt x="1143" y="1392"/>
                  </a:cubicBezTo>
                  <a:cubicBezTo>
                    <a:pt x="1153" y="1392"/>
                    <a:pt x="1168" y="1377"/>
                    <a:pt x="1168" y="1377"/>
                  </a:cubicBezTo>
                  <a:cubicBezTo>
                    <a:pt x="1202" y="1377"/>
                    <a:pt x="1202" y="1343"/>
                    <a:pt x="1202" y="1310"/>
                  </a:cubicBezTo>
                  <a:cubicBezTo>
                    <a:pt x="1202" y="1277"/>
                    <a:pt x="1135" y="443"/>
                    <a:pt x="735" y="142"/>
                  </a:cubicBezTo>
                  <a:cubicBezTo>
                    <a:pt x="625" y="60"/>
                    <a:pt x="515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9"/>
            <p:cNvSpPr/>
            <p:nvPr/>
          </p:nvSpPr>
          <p:spPr>
            <a:xfrm>
              <a:off x="7680014" y="4140870"/>
              <a:ext cx="208934" cy="222974"/>
            </a:xfrm>
            <a:custGeom>
              <a:avLst/>
              <a:gdLst/>
              <a:ahLst/>
              <a:cxnLst/>
              <a:rect l="l" t="t" r="r" b="b"/>
              <a:pathLst>
                <a:path w="8110" h="8655" extrusionOk="0">
                  <a:moveTo>
                    <a:pt x="5358" y="0"/>
                  </a:moveTo>
                  <a:cubicBezTo>
                    <a:pt x="5294" y="0"/>
                    <a:pt x="5229" y="25"/>
                    <a:pt x="5174" y="80"/>
                  </a:cubicBezTo>
                  <a:lnTo>
                    <a:pt x="2672" y="2448"/>
                  </a:lnTo>
                  <a:cubicBezTo>
                    <a:pt x="2538" y="2582"/>
                    <a:pt x="2472" y="2749"/>
                    <a:pt x="2472" y="2949"/>
                  </a:cubicBezTo>
                  <a:cubicBezTo>
                    <a:pt x="2372" y="3950"/>
                    <a:pt x="1538" y="5884"/>
                    <a:pt x="203" y="7886"/>
                  </a:cubicBezTo>
                  <a:cubicBezTo>
                    <a:pt x="1" y="8179"/>
                    <a:pt x="392" y="8654"/>
                    <a:pt x="955" y="8654"/>
                  </a:cubicBezTo>
                  <a:cubicBezTo>
                    <a:pt x="1225" y="8654"/>
                    <a:pt x="1535" y="8545"/>
                    <a:pt x="1838" y="8253"/>
                  </a:cubicBezTo>
                  <a:cubicBezTo>
                    <a:pt x="2772" y="7352"/>
                    <a:pt x="4773" y="5150"/>
                    <a:pt x="5441" y="4517"/>
                  </a:cubicBezTo>
                  <a:cubicBezTo>
                    <a:pt x="6541" y="3483"/>
                    <a:pt x="7008" y="3149"/>
                    <a:pt x="7876" y="2315"/>
                  </a:cubicBezTo>
                  <a:cubicBezTo>
                    <a:pt x="8109" y="2115"/>
                    <a:pt x="8076" y="1748"/>
                    <a:pt x="7842" y="1615"/>
                  </a:cubicBezTo>
                  <a:lnTo>
                    <a:pt x="5507" y="47"/>
                  </a:lnTo>
                  <a:cubicBezTo>
                    <a:pt x="5462" y="17"/>
                    <a:pt x="5411" y="0"/>
                    <a:pt x="53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9"/>
            <p:cNvSpPr/>
            <p:nvPr/>
          </p:nvSpPr>
          <p:spPr>
            <a:xfrm>
              <a:off x="6881762" y="4393850"/>
              <a:ext cx="308532" cy="89396"/>
            </a:xfrm>
            <a:custGeom>
              <a:avLst/>
              <a:gdLst/>
              <a:ahLst/>
              <a:cxnLst/>
              <a:rect l="l" t="t" r="r" b="b"/>
              <a:pathLst>
                <a:path w="11976" h="3470" extrusionOk="0">
                  <a:moveTo>
                    <a:pt x="7706" y="0"/>
                  </a:moveTo>
                  <a:cubicBezTo>
                    <a:pt x="7439" y="0"/>
                    <a:pt x="7172" y="67"/>
                    <a:pt x="6972" y="234"/>
                  </a:cubicBezTo>
                  <a:cubicBezTo>
                    <a:pt x="4904" y="1502"/>
                    <a:pt x="2936" y="1568"/>
                    <a:pt x="534" y="2069"/>
                  </a:cubicBezTo>
                  <a:cubicBezTo>
                    <a:pt x="1" y="2202"/>
                    <a:pt x="367" y="3470"/>
                    <a:pt x="1635" y="3470"/>
                  </a:cubicBezTo>
                  <a:cubicBezTo>
                    <a:pt x="3703" y="3470"/>
                    <a:pt x="5238" y="3370"/>
                    <a:pt x="7006" y="3370"/>
                  </a:cubicBezTo>
                  <a:cubicBezTo>
                    <a:pt x="8540" y="3370"/>
                    <a:pt x="10275" y="3470"/>
                    <a:pt x="11475" y="3470"/>
                  </a:cubicBezTo>
                  <a:cubicBezTo>
                    <a:pt x="11776" y="3470"/>
                    <a:pt x="11976" y="3203"/>
                    <a:pt x="11909" y="2903"/>
                  </a:cubicBezTo>
                  <a:lnTo>
                    <a:pt x="11309" y="201"/>
                  </a:lnTo>
                  <a:cubicBezTo>
                    <a:pt x="11275" y="67"/>
                    <a:pt x="11175" y="0"/>
                    <a:pt x="110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9"/>
            <p:cNvSpPr/>
            <p:nvPr/>
          </p:nvSpPr>
          <p:spPr>
            <a:xfrm>
              <a:off x="6404836" y="1802095"/>
              <a:ext cx="563761" cy="375205"/>
            </a:xfrm>
            <a:custGeom>
              <a:avLst/>
              <a:gdLst/>
              <a:ahLst/>
              <a:cxnLst/>
              <a:rect l="l" t="t" r="r" b="b"/>
              <a:pathLst>
                <a:path w="21883" h="14564" extrusionOk="0">
                  <a:moveTo>
                    <a:pt x="18047" y="0"/>
                  </a:moveTo>
                  <a:cubicBezTo>
                    <a:pt x="16879" y="1635"/>
                    <a:pt x="15645" y="3302"/>
                    <a:pt x="14411" y="4904"/>
                  </a:cubicBezTo>
                  <a:cubicBezTo>
                    <a:pt x="13176" y="6538"/>
                    <a:pt x="11909" y="8106"/>
                    <a:pt x="10608" y="9607"/>
                  </a:cubicBezTo>
                  <a:lnTo>
                    <a:pt x="10141" y="10141"/>
                  </a:lnTo>
                  <a:lnTo>
                    <a:pt x="10007" y="10274"/>
                  </a:lnTo>
                  <a:lnTo>
                    <a:pt x="9974" y="10307"/>
                  </a:lnTo>
                  <a:cubicBezTo>
                    <a:pt x="9974" y="10307"/>
                    <a:pt x="10007" y="10341"/>
                    <a:pt x="9974" y="10341"/>
                  </a:cubicBezTo>
                  <a:cubicBezTo>
                    <a:pt x="9774" y="10474"/>
                    <a:pt x="9540" y="10574"/>
                    <a:pt x="9274" y="10608"/>
                  </a:cubicBezTo>
                  <a:cubicBezTo>
                    <a:pt x="8695" y="10697"/>
                    <a:pt x="8117" y="10741"/>
                    <a:pt x="7539" y="10741"/>
                  </a:cubicBezTo>
                  <a:cubicBezTo>
                    <a:pt x="7250" y="10741"/>
                    <a:pt x="6961" y="10730"/>
                    <a:pt x="6672" y="10708"/>
                  </a:cubicBezTo>
                  <a:cubicBezTo>
                    <a:pt x="4670" y="10574"/>
                    <a:pt x="2702" y="10307"/>
                    <a:pt x="768" y="9907"/>
                  </a:cubicBezTo>
                  <a:lnTo>
                    <a:pt x="0" y="12075"/>
                  </a:lnTo>
                  <a:cubicBezTo>
                    <a:pt x="1968" y="13043"/>
                    <a:pt x="4037" y="13777"/>
                    <a:pt x="6171" y="14244"/>
                  </a:cubicBezTo>
                  <a:cubicBezTo>
                    <a:pt x="7132" y="14457"/>
                    <a:pt x="8093" y="14564"/>
                    <a:pt x="9071" y="14564"/>
                  </a:cubicBezTo>
                  <a:cubicBezTo>
                    <a:pt x="9315" y="14564"/>
                    <a:pt x="9560" y="14557"/>
                    <a:pt x="9807" y="14544"/>
                  </a:cubicBezTo>
                  <a:cubicBezTo>
                    <a:pt x="10575" y="14510"/>
                    <a:pt x="11375" y="14277"/>
                    <a:pt x="12076" y="13910"/>
                  </a:cubicBezTo>
                  <a:cubicBezTo>
                    <a:pt x="12276" y="13777"/>
                    <a:pt x="12509" y="13643"/>
                    <a:pt x="12709" y="13510"/>
                  </a:cubicBezTo>
                  <a:lnTo>
                    <a:pt x="12843" y="13376"/>
                  </a:lnTo>
                  <a:lnTo>
                    <a:pt x="12976" y="13276"/>
                  </a:lnTo>
                  <a:lnTo>
                    <a:pt x="13110" y="13143"/>
                  </a:lnTo>
                  <a:lnTo>
                    <a:pt x="13710" y="12576"/>
                  </a:lnTo>
                  <a:cubicBezTo>
                    <a:pt x="15245" y="11041"/>
                    <a:pt x="16679" y="9440"/>
                    <a:pt x="18047" y="7772"/>
                  </a:cubicBezTo>
                  <a:cubicBezTo>
                    <a:pt x="19381" y="6138"/>
                    <a:pt x="20648" y="4437"/>
                    <a:pt x="21883" y="2669"/>
                  </a:cubicBezTo>
                  <a:lnTo>
                    <a:pt x="18047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9"/>
            <p:cNvSpPr/>
            <p:nvPr/>
          </p:nvSpPr>
          <p:spPr>
            <a:xfrm>
              <a:off x="7271794" y="1706879"/>
              <a:ext cx="286299" cy="322959"/>
            </a:xfrm>
            <a:custGeom>
              <a:avLst/>
              <a:gdLst/>
              <a:ahLst/>
              <a:cxnLst/>
              <a:rect l="l" t="t" r="r" b="b"/>
              <a:pathLst>
                <a:path w="11113" h="12536" extrusionOk="0">
                  <a:moveTo>
                    <a:pt x="4171" y="1"/>
                  </a:moveTo>
                  <a:cubicBezTo>
                    <a:pt x="1661" y="1"/>
                    <a:pt x="1" y="2800"/>
                    <a:pt x="1572" y="6064"/>
                  </a:cubicBezTo>
                  <a:cubicBezTo>
                    <a:pt x="2640" y="8299"/>
                    <a:pt x="3907" y="10468"/>
                    <a:pt x="5342" y="12536"/>
                  </a:cubicBezTo>
                  <a:lnTo>
                    <a:pt x="11113" y="8566"/>
                  </a:lnTo>
                  <a:cubicBezTo>
                    <a:pt x="11113" y="8566"/>
                    <a:pt x="7844" y="761"/>
                    <a:pt x="4975" y="93"/>
                  </a:cubicBezTo>
                  <a:cubicBezTo>
                    <a:pt x="4700" y="31"/>
                    <a:pt x="4431" y="1"/>
                    <a:pt x="41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9"/>
            <p:cNvSpPr/>
            <p:nvPr/>
          </p:nvSpPr>
          <p:spPr>
            <a:xfrm>
              <a:off x="7346658" y="1838187"/>
              <a:ext cx="70512" cy="191647"/>
            </a:xfrm>
            <a:custGeom>
              <a:avLst/>
              <a:gdLst/>
              <a:ahLst/>
              <a:cxnLst/>
              <a:rect l="l" t="t" r="r" b="b"/>
              <a:pathLst>
                <a:path w="2737" h="7439" extrusionOk="0">
                  <a:moveTo>
                    <a:pt x="1" y="0"/>
                  </a:moveTo>
                  <a:lnTo>
                    <a:pt x="1" y="3569"/>
                  </a:lnTo>
                  <a:cubicBezTo>
                    <a:pt x="1268" y="5771"/>
                    <a:pt x="2436" y="7439"/>
                    <a:pt x="2436" y="7439"/>
                  </a:cubicBezTo>
                  <a:lnTo>
                    <a:pt x="2736" y="72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9"/>
            <p:cNvSpPr/>
            <p:nvPr/>
          </p:nvSpPr>
          <p:spPr>
            <a:xfrm>
              <a:off x="6873158" y="1688640"/>
              <a:ext cx="526817" cy="706434"/>
            </a:xfrm>
            <a:custGeom>
              <a:avLst/>
              <a:gdLst/>
              <a:ahLst/>
              <a:cxnLst/>
              <a:rect l="l" t="t" r="r" b="b"/>
              <a:pathLst>
                <a:path w="20449" h="27421" extrusionOk="0">
                  <a:moveTo>
                    <a:pt x="11459" y="1"/>
                  </a:moveTo>
                  <a:cubicBezTo>
                    <a:pt x="10300" y="1"/>
                    <a:pt x="9141" y="34"/>
                    <a:pt x="7973" y="101"/>
                  </a:cubicBezTo>
                  <a:cubicBezTo>
                    <a:pt x="6406" y="268"/>
                    <a:pt x="4804" y="535"/>
                    <a:pt x="3270" y="968"/>
                  </a:cubicBezTo>
                  <a:cubicBezTo>
                    <a:pt x="3270" y="968"/>
                    <a:pt x="1" y="4638"/>
                    <a:pt x="3103" y="27421"/>
                  </a:cubicBezTo>
                  <a:lnTo>
                    <a:pt x="19482" y="27421"/>
                  </a:lnTo>
                  <a:cubicBezTo>
                    <a:pt x="19582" y="24919"/>
                    <a:pt x="18014" y="12643"/>
                    <a:pt x="20449" y="801"/>
                  </a:cubicBezTo>
                  <a:cubicBezTo>
                    <a:pt x="18614" y="435"/>
                    <a:pt x="16780" y="201"/>
                    <a:pt x="14945" y="101"/>
                  </a:cubicBezTo>
                  <a:cubicBezTo>
                    <a:pt x="13777" y="34"/>
                    <a:pt x="12618" y="1"/>
                    <a:pt x="114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9"/>
            <p:cNvSpPr/>
            <p:nvPr/>
          </p:nvSpPr>
          <p:spPr>
            <a:xfrm>
              <a:off x="6918704" y="1882857"/>
              <a:ext cx="85969" cy="181368"/>
            </a:xfrm>
            <a:custGeom>
              <a:avLst/>
              <a:gdLst/>
              <a:ahLst/>
              <a:cxnLst/>
              <a:rect l="l" t="t" r="r" b="b"/>
              <a:pathLst>
                <a:path w="3337" h="7040" extrusionOk="0">
                  <a:moveTo>
                    <a:pt x="3337" y="1"/>
                  </a:moveTo>
                  <a:lnTo>
                    <a:pt x="1" y="3070"/>
                  </a:lnTo>
                  <a:cubicBezTo>
                    <a:pt x="1" y="4237"/>
                    <a:pt x="34" y="5571"/>
                    <a:pt x="101" y="7039"/>
                  </a:cubicBezTo>
                  <a:cubicBezTo>
                    <a:pt x="1769" y="5004"/>
                    <a:pt x="2903" y="2603"/>
                    <a:pt x="3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9"/>
            <p:cNvSpPr/>
            <p:nvPr/>
          </p:nvSpPr>
          <p:spPr>
            <a:xfrm>
              <a:off x="6756303" y="1711851"/>
              <a:ext cx="294775" cy="330894"/>
            </a:xfrm>
            <a:custGeom>
              <a:avLst/>
              <a:gdLst/>
              <a:ahLst/>
              <a:cxnLst/>
              <a:rect l="l" t="t" r="r" b="b"/>
              <a:pathLst>
                <a:path w="11442" h="12844" extrusionOk="0">
                  <a:moveTo>
                    <a:pt x="8419" y="1"/>
                  </a:moveTo>
                  <a:cubicBezTo>
                    <a:pt x="7202" y="1"/>
                    <a:pt x="5714" y="691"/>
                    <a:pt x="4270" y="2135"/>
                  </a:cubicBezTo>
                  <a:cubicBezTo>
                    <a:pt x="1568" y="4804"/>
                    <a:pt x="0" y="8907"/>
                    <a:pt x="0" y="8907"/>
                  </a:cubicBezTo>
                  <a:lnTo>
                    <a:pt x="5738" y="12843"/>
                  </a:lnTo>
                  <a:cubicBezTo>
                    <a:pt x="5738" y="12843"/>
                    <a:pt x="11442" y="5438"/>
                    <a:pt x="11042" y="2536"/>
                  </a:cubicBezTo>
                  <a:cubicBezTo>
                    <a:pt x="10812" y="875"/>
                    <a:pt x="9788" y="1"/>
                    <a:pt x="84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9"/>
            <p:cNvSpPr/>
            <p:nvPr/>
          </p:nvSpPr>
          <p:spPr>
            <a:xfrm>
              <a:off x="6314593" y="2004040"/>
              <a:ext cx="120337" cy="114076"/>
            </a:xfrm>
            <a:custGeom>
              <a:avLst/>
              <a:gdLst/>
              <a:ahLst/>
              <a:cxnLst/>
              <a:rect l="l" t="t" r="r" b="b"/>
              <a:pathLst>
                <a:path w="4671" h="4428" extrusionOk="0">
                  <a:moveTo>
                    <a:pt x="2403" y="0"/>
                  </a:moveTo>
                  <a:lnTo>
                    <a:pt x="1" y="3102"/>
                  </a:lnTo>
                  <a:cubicBezTo>
                    <a:pt x="1" y="3102"/>
                    <a:pt x="1402" y="4427"/>
                    <a:pt x="3203" y="4427"/>
                  </a:cubicBezTo>
                  <a:cubicBezTo>
                    <a:pt x="3462" y="4427"/>
                    <a:pt x="3730" y="4400"/>
                    <a:pt x="4004" y="4336"/>
                  </a:cubicBezTo>
                  <a:lnTo>
                    <a:pt x="4671" y="2335"/>
                  </a:lnTo>
                  <a:lnTo>
                    <a:pt x="2403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9"/>
            <p:cNvSpPr/>
            <p:nvPr/>
          </p:nvSpPr>
          <p:spPr>
            <a:xfrm>
              <a:off x="6273095" y="1972848"/>
              <a:ext cx="105729" cy="112582"/>
            </a:xfrm>
            <a:custGeom>
              <a:avLst/>
              <a:gdLst/>
              <a:ahLst/>
              <a:cxnLst/>
              <a:rect l="l" t="t" r="r" b="b"/>
              <a:pathLst>
                <a:path w="4104" h="4370" extrusionOk="0">
                  <a:moveTo>
                    <a:pt x="1035" y="0"/>
                  </a:moveTo>
                  <a:lnTo>
                    <a:pt x="1" y="3236"/>
                  </a:lnTo>
                  <a:lnTo>
                    <a:pt x="1702" y="4370"/>
                  </a:lnTo>
                  <a:lnTo>
                    <a:pt x="4104" y="1301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9"/>
            <p:cNvSpPr/>
            <p:nvPr/>
          </p:nvSpPr>
          <p:spPr>
            <a:xfrm>
              <a:off x="7013250" y="1287814"/>
              <a:ext cx="238818" cy="309202"/>
            </a:xfrm>
            <a:custGeom>
              <a:avLst/>
              <a:gdLst/>
              <a:ahLst/>
              <a:cxnLst/>
              <a:rect l="l" t="t" r="r" b="b"/>
              <a:pathLst>
                <a:path w="9270" h="12002" extrusionOk="0">
                  <a:moveTo>
                    <a:pt x="4955" y="1"/>
                  </a:moveTo>
                  <a:cubicBezTo>
                    <a:pt x="4434" y="1"/>
                    <a:pt x="3898" y="100"/>
                    <a:pt x="3369" y="316"/>
                  </a:cubicBezTo>
                  <a:cubicBezTo>
                    <a:pt x="400" y="1517"/>
                    <a:pt x="0" y="6020"/>
                    <a:pt x="667" y="8755"/>
                  </a:cubicBezTo>
                  <a:cubicBezTo>
                    <a:pt x="1124" y="10732"/>
                    <a:pt x="2867" y="12001"/>
                    <a:pt x="4673" y="12001"/>
                  </a:cubicBezTo>
                  <a:cubicBezTo>
                    <a:pt x="5640" y="12001"/>
                    <a:pt x="6625" y="11637"/>
                    <a:pt x="7439" y="10823"/>
                  </a:cubicBezTo>
                  <a:cubicBezTo>
                    <a:pt x="8940" y="9289"/>
                    <a:pt x="8907" y="7487"/>
                    <a:pt x="9107" y="4452"/>
                  </a:cubicBezTo>
                  <a:cubicBezTo>
                    <a:pt x="9270" y="1949"/>
                    <a:pt x="7259" y="1"/>
                    <a:pt x="4955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9"/>
            <p:cNvSpPr/>
            <p:nvPr/>
          </p:nvSpPr>
          <p:spPr>
            <a:xfrm>
              <a:off x="6883179" y="1204449"/>
              <a:ext cx="478126" cy="343749"/>
            </a:xfrm>
            <a:custGeom>
              <a:avLst/>
              <a:gdLst/>
              <a:ahLst/>
              <a:cxnLst/>
              <a:rect l="l" t="t" r="r" b="b"/>
              <a:pathLst>
                <a:path w="18559" h="13343" extrusionOk="0">
                  <a:moveTo>
                    <a:pt x="13576" y="1"/>
                  </a:moveTo>
                  <a:cubicBezTo>
                    <a:pt x="12508" y="1"/>
                    <a:pt x="11314" y="348"/>
                    <a:pt x="9886" y="983"/>
                  </a:cubicBezTo>
                  <a:cubicBezTo>
                    <a:pt x="9330" y="1223"/>
                    <a:pt x="8889" y="1314"/>
                    <a:pt x="8516" y="1314"/>
                  </a:cubicBezTo>
                  <a:cubicBezTo>
                    <a:pt x="7340" y="1314"/>
                    <a:pt x="6830" y="409"/>
                    <a:pt x="5437" y="409"/>
                  </a:cubicBezTo>
                  <a:cubicBezTo>
                    <a:pt x="5366" y="409"/>
                    <a:pt x="5292" y="411"/>
                    <a:pt x="5216" y="416"/>
                  </a:cubicBezTo>
                  <a:cubicBezTo>
                    <a:pt x="3504" y="554"/>
                    <a:pt x="3278" y="1447"/>
                    <a:pt x="2664" y="1447"/>
                  </a:cubicBezTo>
                  <a:cubicBezTo>
                    <a:pt x="2536" y="1447"/>
                    <a:pt x="2392" y="1409"/>
                    <a:pt x="2214" y="1317"/>
                  </a:cubicBezTo>
                  <a:cubicBezTo>
                    <a:pt x="1180" y="750"/>
                    <a:pt x="2080" y="183"/>
                    <a:pt x="2080" y="183"/>
                  </a:cubicBezTo>
                  <a:cubicBezTo>
                    <a:pt x="1841" y="71"/>
                    <a:pt x="1626" y="22"/>
                    <a:pt x="1435" y="22"/>
                  </a:cubicBezTo>
                  <a:cubicBezTo>
                    <a:pt x="84" y="22"/>
                    <a:pt x="1" y="2521"/>
                    <a:pt x="1814" y="3251"/>
                  </a:cubicBezTo>
                  <a:cubicBezTo>
                    <a:pt x="3421" y="3888"/>
                    <a:pt x="2905" y="5297"/>
                    <a:pt x="4378" y="5297"/>
                  </a:cubicBezTo>
                  <a:cubicBezTo>
                    <a:pt x="4525" y="5297"/>
                    <a:pt x="4692" y="5283"/>
                    <a:pt x="4882" y="5253"/>
                  </a:cubicBezTo>
                  <a:cubicBezTo>
                    <a:pt x="5136" y="5211"/>
                    <a:pt x="5354" y="5192"/>
                    <a:pt x="5542" y="5192"/>
                  </a:cubicBezTo>
                  <a:cubicBezTo>
                    <a:pt x="7088" y="5192"/>
                    <a:pt x="6683" y="6458"/>
                    <a:pt x="8225" y="6458"/>
                  </a:cubicBezTo>
                  <a:cubicBezTo>
                    <a:pt x="8276" y="6458"/>
                    <a:pt x="8329" y="6457"/>
                    <a:pt x="8385" y="6454"/>
                  </a:cubicBezTo>
                  <a:cubicBezTo>
                    <a:pt x="8417" y="9883"/>
                    <a:pt x="9342" y="13343"/>
                    <a:pt x="12491" y="13343"/>
                  </a:cubicBezTo>
                  <a:cubicBezTo>
                    <a:pt x="12620" y="13343"/>
                    <a:pt x="12752" y="13337"/>
                    <a:pt x="12888" y="13325"/>
                  </a:cubicBezTo>
                  <a:cubicBezTo>
                    <a:pt x="15156" y="13125"/>
                    <a:pt x="17024" y="9856"/>
                    <a:pt x="17758" y="7421"/>
                  </a:cubicBezTo>
                  <a:cubicBezTo>
                    <a:pt x="18559" y="4886"/>
                    <a:pt x="18359" y="3652"/>
                    <a:pt x="16824" y="3352"/>
                  </a:cubicBezTo>
                  <a:cubicBezTo>
                    <a:pt x="17325" y="3185"/>
                    <a:pt x="17725" y="2217"/>
                    <a:pt x="16791" y="1350"/>
                  </a:cubicBezTo>
                  <a:cubicBezTo>
                    <a:pt x="15777" y="423"/>
                    <a:pt x="14753" y="1"/>
                    <a:pt x="135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9"/>
            <p:cNvSpPr/>
            <p:nvPr/>
          </p:nvSpPr>
          <p:spPr>
            <a:xfrm>
              <a:off x="7285654" y="1275989"/>
              <a:ext cx="90529" cy="30271"/>
            </a:xfrm>
            <a:custGeom>
              <a:avLst/>
              <a:gdLst/>
              <a:ahLst/>
              <a:cxnLst/>
              <a:rect l="l" t="t" r="r" b="b"/>
              <a:pathLst>
                <a:path w="3514" h="1175" extrusionOk="0">
                  <a:moveTo>
                    <a:pt x="1026" y="0"/>
                  </a:moveTo>
                  <a:cubicBezTo>
                    <a:pt x="626" y="0"/>
                    <a:pt x="239" y="203"/>
                    <a:pt x="0" y="575"/>
                  </a:cubicBezTo>
                  <a:cubicBezTo>
                    <a:pt x="0" y="575"/>
                    <a:pt x="438" y="946"/>
                    <a:pt x="763" y="946"/>
                  </a:cubicBezTo>
                  <a:cubicBezTo>
                    <a:pt x="840" y="946"/>
                    <a:pt x="911" y="926"/>
                    <a:pt x="968" y="875"/>
                  </a:cubicBezTo>
                  <a:cubicBezTo>
                    <a:pt x="1027" y="815"/>
                    <a:pt x="1094" y="792"/>
                    <a:pt x="1167" y="792"/>
                  </a:cubicBezTo>
                  <a:cubicBezTo>
                    <a:pt x="1403" y="792"/>
                    <a:pt x="1713" y="1028"/>
                    <a:pt x="2114" y="1028"/>
                  </a:cubicBezTo>
                  <a:cubicBezTo>
                    <a:pt x="2215" y="1028"/>
                    <a:pt x="2322" y="1013"/>
                    <a:pt x="2435" y="975"/>
                  </a:cubicBezTo>
                  <a:cubicBezTo>
                    <a:pt x="2591" y="916"/>
                    <a:pt x="2720" y="892"/>
                    <a:pt x="2827" y="892"/>
                  </a:cubicBezTo>
                  <a:cubicBezTo>
                    <a:pt x="3202" y="892"/>
                    <a:pt x="3303" y="1175"/>
                    <a:pt x="3303" y="1175"/>
                  </a:cubicBezTo>
                  <a:cubicBezTo>
                    <a:pt x="3303" y="1175"/>
                    <a:pt x="3514" y="603"/>
                    <a:pt x="3020" y="603"/>
                  </a:cubicBezTo>
                  <a:cubicBezTo>
                    <a:pt x="2994" y="603"/>
                    <a:pt x="2966" y="605"/>
                    <a:pt x="2936" y="608"/>
                  </a:cubicBezTo>
                  <a:cubicBezTo>
                    <a:pt x="2912" y="609"/>
                    <a:pt x="2889" y="610"/>
                    <a:pt x="2867" y="610"/>
                  </a:cubicBezTo>
                  <a:cubicBezTo>
                    <a:pt x="2329" y="610"/>
                    <a:pt x="2232" y="233"/>
                    <a:pt x="1335" y="41"/>
                  </a:cubicBezTo>
                  <a:cubicBezTo>
                    <a:pt x="1233" y="14"/>
                    <a:pt x="1129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9"/>
            <p:cNvSpPr/>
            <p:nvPr/>
          </p:nvSpPr>
          <p:spPr>
            <a:xfrm>
              <a:off x="7077680" y="1388336"/>
              <a:ext cx="67214" cy="92642"/>
            </a:xfrm>
            <a:custGeom>
              <a:avLst/>
              <a:gdLst/>
              <a:ahLst/>
              <a:cxnLst/>
              <a:rect l="l" t="t" r="r" b="b"/>
              <a:pathLst>
                <a:path w="2609" h="3596" extrusionOk="0">
                  <a:moveTo>
                    <a:pt x="1600" y="1"/>
                  </a:moveTo>
                  <a:cubicBezTo>
                    <a:pt x="1476" y="1"/>
                    <a:pt x="1342" y="27"/>
                    <a:pt x="1202" y="83"/>
                  </a:cubicBezTo>
                  <a:cubicBezTo>
                    <a:pt x="335" y="383"/>
                    <a:pt x="1" y="1717"/>
                    <a:pt x="1" y="2518"/>
                  </a:cubicBezTo>
                  <a:cubicBezTo>
                    <a:pt x="1" y="3146"/>
                    <a:pt x="325" y="3595"/>
                    <a:pt x="770" y="3595"/>
                  </a:cubicBezTo>
                  <a:cubicBezTo>
                    <a:pt x="964" y="3595"/>
                    <a:pt x="1180" y="3511"/>
                    <a:pt x="1402" y="3319"/>
                  </a:cubicBezTo>
                  <a:cubicBezTo>
                    <a:pt x="1969" y="2785"/>
                    <a:pt x="2336" y="2118"/>
                    <a:pt x="2469" y="1384"/>
                  </a:cubicBezTo>
                  <a:cubicBezTo>
                    <a:pt x="2608" y="635"/>
                    <a:pt x="2216" y="1"/>
                    <a:pt x="1600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9"/>
            <p:cNvSpPr/>
            <p:nvPr/>
          </p:nvSpPr>
          <p:spPr>
            <a:xfrm>
              <a:off x="7102617" y="2395026"/>
              <a:ext cx="703832" cy="1733378"/>
            </a:xfrm>
            <a:custGeom>
              <a:avLst/>
              <a:gdLst/>
              <a:ahLst/>
              <a:cxnLst/>
              <a:rect l="l" t="t" r="r" b="b"/>
              <a:pathLst>
                <a:path w="27320" h="67283" extrusionOk="0">
                  <a:moveTo>
                    <a:pt x="0" y="1"/>
                  </a:moveTo>
                  <a:cubicBezTo>
                    <a:pt x="0" y="1"/>
                    <a:pt x="3469" y="23417"/>
                    <a:pt x="5371" y="32190"/>
                  </a:cubicBezTo>
                  <a:cubicBezTo>
                    <a:pt x="7472" y="41764"/>
                    <a:pt x="21983" y="67282"/>
                    <a:pt x="21983" y="67282"/>
                  </a:cubicBezTo>
                  <a:lnTo>
                    <a:pt x="27320" y="65547"/>
                  </a:lnTo>
                  <a:cubicBezTo>
                    <a:pt x="27320" y="65547"/>
                    <a:pt x="15778" y="42564"/>
                    <a:pt x="14577" y="33058"/>
                  </a:cubicBezTo>
                  <a:cubicBezTo>
                    <a:pt x="13276" y="22717"/>
                    <a:pt x="10575" y="1"/>
                    <a:pt x="105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9"/>
            <p:cNvSpPr/>
            <p:nvPr/>
          </p:nvSpPr>
          <p:spPr>
            <a:xfrm>
              <a:off x="7630242" y="4037231"/>
              <a:ext cx="186521" cy="96274"/>
            </a:xfrm>
            <a:custGeom>
              <a:avLst/>
              <a:gdLst/>
              <a:ahLst/>
              <a:cxnLst/>
              <a:rect l="l" t="t" r="r" b="b"/>
              <a:pathLst>
                <a:path w="7240" h="3737" extrusionOk="0">
                  <a:moveTo>
                    <a:pt x="6539" y="0"/>
                  </a:moveTo>
                  <a:lnTo>
                    <a:pt x="34" y="1868"/>
                  </a:lnTo>
                  <a:cubicBezTo>
                    <a:pt x="1" y="1868"/>
                    <a:pt x="1235" y="3736"/>
                    <a:pt x="1235" y="3736"/>
                  </a:cubicBezTo>
                  <a:lnTo>
                    <a:pt x="7239" y="1801"/>
                  </a:lnTo>
                  <a:lnTo>
                    <a:pt x="65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9"/>
            <p:cNvSpPr/>
            <p:nvPr/>
          </p:nvSpPr>
          <p:spPr>
            <a:xfrm>
              <a:off x="7136133" y="2609028"/>
              <a:ext cx="126339" cy="606707"/>
            </a:xfrm>
            <a:custGeom>
              <a:avLst/>
              <a:gdLst/>
              <a:ahLst/>
              <a:cxnLst/>
              <a:rect l="l" t="t" r="r" b="b"/>
              <a:pathLst>
                <a:path w="4904" h="23550" extrusionOk="0">
                  <a:moveTo>
                    <a:pt x="594" y="1"/>
                  </a:moveTo>
                  <a:cubicBezTo>
                    <a:pt x="381" y="1"/>
                    <a:pt x="183" y="52"/>
                    <a:pt x="0" y="166"/>
                  </a:cubicBezTo>
                  <a:cubicBezTo>
                    <a:pt x="1134" y="7605"/>
                    <a:pt x="2836" y="18079"/>
                    <a:pt x="4003" y="23550"/>
                  </a:cubicBezTo>
                  <a:cubicBezTo>
                    <a:pt x="4470" y="15811"/>
                    <a:pt x="4904" y="833"/>
                    <a:pt x="901" y="33"/>
                  </a:cubicBezTo>
                  <a:cubicBezTo>
                    <a:pt x="795" y="12"/>
                    <a:pt x="693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9"/>
            <p:cNvSpPr/>
            <p:nvPr/>
          </p:nvSpPr>
          <p:spPr>
            <a:xfrm>
              <a:off x="6941916" y="2395026"/>
              <a:ext cx="288772" cy="1900938"/>
            </a:xfrm>
            <a:custGeom>
              <a:avLst/>
              <a:gdLst/>
              <a:ahLst/>
              <a:cxnLst/>
              <a:rect l="l" t="t" r="r" b="b"/>
              <a:pathLst>
                <a:path w="11209" h="73787" extrusionOk="0">
                  <a:moveTo>
                    <a:pt x="434" y="1"/>
                  </a:moveTo>
                  <a:cubicBezTo>
                    <a:pt x="434" y="1"/>
                    <a:pt x="1" y="22917"/>
                    <a:pt x="334" y="32257"/>
                  </a:cubicBezTo>
                  <a:cubicBezTo>
                    <a:pt x="668" y="41964"/>
                    <a:pt x="4070" y="73787"/>
                    <a:pt x="4070" y="73787"/>
                  </a:cubicBezTo>
                  <a:lnTo>
                    <a:pt x="9274" y="73787"/>
                  </a:lnTo>
                  <a:cubicBezTo>
                    <a:pt x="9274" y="73787"/>
                    <a:pt x="9474" y="42531"/>
                    <a:pt x="9674" y="32991"/>
                  </a:cubicBezTo>
                  <a:cubicBezTo>
                    <a:pt x="9941" y="22583"/>
                    <a:pt x="11209" y="1"/>
                    <a:pt x="112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9"/>
            <p:cNvSpPr/>
            <p:nvPr/>
          </p:nvSpPr>
          <p:spPr>
            <a:xfrm>
              <a:off x="7020128" y="4242603"/>
              <a:ext cx="175314" cy="55879"/>
            </a:xfrm>
            <a:custGeom>
              <a:avLst/>
              <a:gdLst/>
              <a:ahLst/>
              <a:cxnLst/>
              <a:rect l="l" t="t" r="r" b="b"/>
              <a:pathLst>
                <a:path w="6805" h="2169" extrusionOk="0">
                  <a:moveTo>
                    <a:pt x="33" y="1"/>
                  </a:moveTo>
                  <a:cubicBezTo>
                    <a:pt x="0" y="1"/>
                    <a:pt x="334" y="2169"/>
                    <a:pt x="334" y="2169"/>
                  </a:cubicBezTo>
                  <a:lnTo>
                    <a:pt x="6638" y="2169"/>
                  </a:lnTo>
                  <a:lnTo>
                    <a:pt x="6805" y="234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0" name="Google Shape;800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0"/>
          <p:cNvSpPr txBox="1">
            <a:spLocks noGrp="1"/>
          </p:cNvSpPr>
          <p:nvPr>
            <p:ph type="body" idx="1"/>
          </p:nvPr>
        </p:nvSpPr>
        <p:spPr>
          <a:xfrm>
            <a:off x="671750" y="127705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Investors and Traders</a:t>
            </a:r>
            <a:endParaRPr sz="1600"/>
          </a:p>
          <a:p>
            <a:pPr marL="457200" lvl="0" indent="-330200" algn="l" rtl="0">
              <a:lnSpc>
                <a:spcPct val="200000"/>
              </a:lnSpc>
              <a:spcBef>
                <a:spcPts val="2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Financial Institutions</a:t>
            </a:r>
            <a:endParaRPr sz="1600"/>
          </a:p>
          <a:p>
            <a:pPr marL="457200" lvl="0" indent="-330200" algn="l" rtl="0">
              <a:lnSpc>
                <a:spcPct val="200000"/>
              </a:lnSpc>
              <a:spcBef>
                <a:spcPts val="2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Corporate Entities</a:t>
            </a:r>
            <a:endParaRPr sz="1600"/>
          </a:p>
          <a:p>
            <a:pPr marL="457200" lvl="0" indent="-330200" algn="l" rtl="0">
              <a:lnSpc>
                <a:spcPct val="200000"/>
              </a:lnSpc>
              <a:spcBef>
                <a:spcPts val="2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Academic and Research Institutions</a:t>
            </a:r>
            <a:endParaRPr sz="1600"/>
          </a:p>
          <a:p>
            <a:pPr marL="0" lvl="0" indent="0" algn="l" rtl="0">
              <a:lnSpc>
                <a:spcPct val="200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/>
          </a:p>
        </p:txBody>
      </p:sp>
      <p:sp>
        <p:nvSpPr>
          <p:cNvPr id="806" name="Google Shape;806;p40"/>
          <p:cNvSpPr txBox="1">
            <a:spLocks noGrp="1"/>
          </p:cNvSpPr>
          <p:nvPr>
            <p:ph type="title"/>
          </p:nvPr>
        </p:nvSpPr>
        <p:spPr>
          <a:xfrm>
            <a:off x="1243050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Customers</a:t>
            </a:r>
            <a:endParaRPr/>
          </a:p>
        </p:txBody>
      </p:sp>
      <p:pic>
        <p:nvPicPr>
          <p:cNvPr id="807" name="Google Shape;80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7100" y="286850"/>
            <a:ext cx="2319925" cy="18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1450" y="2461950"/>
            <a:ext cx="253365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810" name="Google Shape;81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4925" y="4444675"/>
            <a:ext cx="537450" cy="53745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40"/>
          <p:cNvSpPr txBox="1"/>
          <p:nvPr/>
        </p:nvSpPr>
        <p:spPr>
          <a:xfrm>
            <a:off x="826100" y="4536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Market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1"/>
          <p:cNvSpPr txBox="1">
            <a:spLocks noGrp="1"/>
          </p:cNvSpPr>
          <p:nvPr>
            <p:ph type="body" idx="1"/>
          </p:nvPr>
        </p:nvSpPr>
        <p:spPr>
          <a:xfrm>
            <a:off x="671750" y="127705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Financial institutions</a:t>
            </a:r>
            <a:endParaRPr sz="1600"/>
          </a:p>
          <a:p>
            <a:pPr marL="914400" lvl="1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Laboral Kutxa, BBVA, Santander…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Brokers</a:t>
            </a:r>
            <a:endParaRPr sz="1600"/>
          </a:p>
          <a:p>
            <a:pPr marL="914400" lvl="1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Etoro, XTB, ´Plus500… 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Other particulars of this sector</a:t>
            </a:r>
            <a:endParaRPr sz="1600"/>
          </a:p>
          <a:p>
            <a:pPr marL="914400" lvl="1" indent="-3302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○"/>
            </a:pPr>
            <a:r>
              <a:rPr lang="en" sz="1600"/>
              <a:t>Neptune.ai, TENVIZ… </a:t>
            </a:r>
            <a:endParaRPr/>
          </a:p>
        </p:txBody>
      </p:sp>
      <p:sp>
        <p:nvSpPr>
          <p:cNvPr id="817" name="Google Shape;817;p41"/>
          <p:cNvSpPr txBox="1">
            <a:spLocks noGrp="1"/>
          </p:cNvSpPr>
          <p:nvPr>
            <p:ph type="title"/>
          </p:nvPr>
        </p:nvSpPr>
        <p:spPr>
          <a:xfrm>
            <a:off x="1243050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Competitors analysis</a:t>
            </a:r>
            <a:endParaRPr/>
          </a:p>
        </p:txBody>
      </p:sp>
      <p:pic>
        <p:nvPicPr>
          <p:cNvPr id="818" name="Google Shape;81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525" y="1662638"/>
            <a:ext cx="3374575" cy="2530925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820" name="Google Shape;82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4925" y="4444675"/>
            <a:ext cx="537450" cy="53745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41"/>
          <p:cNvSpPr txBox="1"/>
          <p:nvPr/>
        </p:nvSpPr>
        <p:spPr>
          <a:xfrm>
            <a:off x="826100" y="4536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Market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2"/>
          <p:cNvSpPr txBox="1">
            <a:spLocks noGrp="1"/>
          </p:cNvSpPr>
          <p:nvPr>
            <p:ph type="body" idx="1"/>
          </p:nvPr>
        </p:nvSpPr>
        <p:spPr>
          <a:xfrm>
            <a:off x="671750" y="127705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Continuous learning and adaptation + real-time updates</a:t>
            </a:r>
            <a:endParaRPr sz="1600"/>
          </a:p>
          <a:p>
            <a:pPr marL="457200" lvl="0" indent="-330200" algn="l" rtl="0">
              <a:lnSpc>
                <a:spcPct val="200000"/>
              </a:lnSpc>
              <a:spcBef>
                <a:spcPts val="2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Incorporation of diverse data sources</a:t>
            </a:r>
            <a:endParaRPr sz="1600"/>
          </a:p>
          <a:p>
            <a:pPr marL="457200" lvl="0" indent="-330200" algn="l" rtl="0">
              <a:lnSpc>
                <a:spcPct val="200000"/>
              </a:lnSpc>
              <a:spcBef>
                <a:spcPts val="2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User-friendly interface and accessibility</a:t>
            </a:r>
            <a:endParaRPr sz="1600"/>
          </a:p>
          <a:p>
            <a:pPr marL="457200" lvl="0" indent="-330200" algn="l" rtl="0">
              <a:lnSpc>
                <a:spcPct val="200000"/>
              </a:lnSpc>
              <a:spcBef>
                <a:spcPts val="2000"/>
              </a:spcBef>
              <a:spcAft>
                <a:spcPts val="2000"/>
              </a:spcAft>
              <a:buSzPts val="1600"/>
              <a:buChar char="●"/>
            </a:pPr>
            <a:r>
              <a:rPr lang="en" sz="1600"/>
              <a:t>Explainability and transparency</a:t>
            </a:r>
            <a:endParaRPr/>
          </a:p>
        </p:txBody>
      </p:sp>
      <p:sp>
        <p:nvSpPr>
          <p:cNvPr id="827" name="Google Shape;827;p42"/>
          <p:cNvSpPr txBox="1">
            <a:spLocks noGrp="1"/>
          </p:cNvSpPr>
          <p:nvPr>
            <p:ph type="title"/>
          </p:nvPr>
        </p:nvSpPr>
        <p:spPr>
          <a:xfrm>
            <a:off x="1243050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Solution’s added value</a:t>
            </a:r>
            <a:endParaRPr/>
          </a:p>
        </p:txBody>
      </p:sp>
      <p:pic>
        <p:nvPicPr>
          <p:cNvPr id="828" name="Google Shape;828;p42"/>
          <p:cNvPicPr preferRelativeResize="0"/>
          <p:nvPr/>
        </p:nvPicPr>
        <p:blipFill rotWithShape="1">
          <a:blip r:embed="rId3">
            <a:alphaModFix/>
          </a:blip>
          <a:srcRect l="2605" t="6752" r="2310" b="5551"/>
          <a:stretch/>
        </p:blipFill>
        <p:spPr>
          <a:xfrm>
            <a:off x="5032350" y="2241038"/>
            <a:ext cx="4069576" cy="1488425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830" name="Google Shape;83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4925" y="4444675"/>
            <a:ext cx="537450" cy="537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42"/>
          <p:cNvSpPr txBox="1"/>
          <p:nvPr/>
        </p:nvSpPr>
        <p:spPr>
          <a:xfrm>
            <a:off x="826100" y="4536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Market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3"/>
          <p:cNvSpPr txBox="1">
            <a:spLocks noGrp="1"/>
          </p:cNvSpPr>
          <p:nvPr>
            <p:ph type="title"/>
          </p:nvPr>
        </p:nvSpPr>
        <p:spPr>
          <a:xfrm>
            <a:off x="2399600" y="2245500"/>
            <a:ext cx="4140000" cy="65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CONCLUSION</a:t>
            </a:r>
            <a:endParaRPr sz="4500"/>
          </a:p>
        </p:txBody>
      </p:sp>
      <p:sp>
        <p:nvSpPr>
          <p:cNvPr id="837" name="Google Shape;837;p43"/>
          <p:cNvSpPr txBox="1">
            <a:spLocks noGrp="1"/>
          </p:cNvSpPr>
          <p:nvPr>
            <p:ph type="title" idx="2"/>
          </p:nvPr>
        </p:nvSpPr>
        <p:spPr>
          <a:xfrm>
            <a:off x="218550" y="1467600"/>
            <a:ext cx="1968900" cy="22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0"/>
              <a:t>4</a:t>
            </a:r>
            <a:endParaRPr sz="20000"/>
          </a:p>
        </p:txBody>
      </p:sp>
      <p:grpSp>
        <p:nvGrpSpPr>
          <p:cNvPr id="838" name="Google Shape;838;p43"/>
          <p:cNvGrpSpPr/>
          <p:nvPr/>
        </p:nvGrpSpPr>
        <p:grpSpPr>
          <a:xfrm flipH="1">
            <a:off x="5908298" y="1774805"/>
            <a:ext cx="3061639" cy="2354945"/>
            <a:chOff x="2374350" y="799175"/>
            <a:chExt cx="5630083" cy="3805049"/>
          </a:xfrm>
        </p:grpSpPr>
        <p:sp>
          <p:nvSpPr>
            <p:cNvPr id="839" name="Google Shape;839;p43"/>
            <p:cNvSpPr/>
            <p:nvPr/>
          </p:nvSpPr>
          <p:spPr>
            <a:xfrm>
              <a:off x="2374350" y="4096151"/>
              <a:ext cx="5630083" cy="2728"/>
            </a:xfrm>
            <a:custGeom>
              <a:avLst/>
              <a:gdLst/>
              <a:ahLst/>
              <a:cxnLst/>
              <a:rect l="l" t="t" r="r" b="b"/>
              <a:pathLst>
                <a:path w="208483" h="101" extrusionOk="0">
                  <a:moveTo>
                    <a:pt x="0" y="0"/>
                  </a:moveTo>
                  <a:lnTo>
                    <a:pt x="0" y="101"/>
                  </a:lnTo>
                  <a:lnTo>
                    <a:pt x="208482" y="101"/>
                  </a:lnTo>
                  <a:lnTo>
                    <a:pt x="2084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3"/>
            <p:cNvSpPr/>
            <p:nvPr/>
          </p:nvSpPr>
          <p:spPr>
            <a:xfrm>
              <a:off x="2965276" y="4203334"/>
              <a:ext cx="372966" cy="2755"/>
            </a:xfrm>
            <a:custGeom>
              <a:avLst/>
              <a:gdLst/>
              <a:ahLst/>
              <a:cxnLst/>
              <a:rect l="l" t="t" r="r" b="b"/>
              <a:pathLst>
                <a:path w="13811" h="102" extrusionOk="0">
                  <a:moveTo>
                    <a:pt x="0" y="1"/>
                  </a:moveTo>
                  <a:lnTo>
                    <a:pt x="0" y="101"/>
                  </a:lnTo>
                  <a:lnTo>
                    <a:pt x="13810" y="101"/>
                  </a:lnTo>
                  <a:lnTo>
                    <a:pt x="1381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3"/>
            <p:cNvSpPr/>
            <p:nvPr/>
          </p:nvSpPr>
          <p:spPr>
            <a:xfrm>
              <a:off x="4301163" y="4205143"/>
              <a:ext cx="607180" cy="2728"/>
            </a:xfrm>
            <a:custGeom>
              <a:avLst/>
              <a:gdLst/>
              <a:ahLst/>
              <a:cxnLst/>
              <a:rect l="l" t="t" r="r" b="b"/>
              <a:pathLst>
                <a:path w="22484" h="101" extrusionOk="0">
                  <a:moveTo>
                    <a:pt x="1" y="1"/>
                  </a:moveTo>
                  <a:lnTo>
                    <a:pt x="1" y="101"/>
                  </a:lnTo>
                  <a:lnTo>
                    <a:pt x="22484" y="101"/>
                  </a:lnTo>
                  <a:lnTo>
                    <a:pt x="224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3"/>
            <p:cNvSpPr/>
            <p:nvPr/>
          </p:nvSpPr>
          <p:spPr>
            <a:xfrm>
              <a:off x="3565220" y="4260990"/>
              <a:ext cx="216202" cy="3646"/>
            </a:xfrm>
            <a:custGeom>
              <a:avLst/>
              <a:gdLst/>
              <a:ahLst/>
              <a:cxnLst/>
              <a:rect l="l" t="t" r="r" b="b"/>
              <a:pathLst>
                <a:path w="8006" h="135" extrusionOk="0">
                  <a:moveTo>
                    <a:pt x="0" y="1"/>
                  </a:moveTo>
                  <a:lnTo>
                    <a:pt x="0" y="134"/>
                  </a:lnTo>
                  <a:lnTo>
                    <a:pt x="8006" y="134"/>
                  </a:lnTo>
                  <a:lnTo>
                    <a:pt x="80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3"/>
            <p:cNvSpPr/>
            <p:nvPr/>
          </p:nvSpPr>
          <p:spPr>
            <a:xfrm>
              <a:off x="6738776" y="4260099"/>
              <a:ext cx="340533" cy="2728"/>
            </a:xfrm>
            <a:custGeom>
              <a:avLst/>
              <a:gdLst/>
              <a:ahLst/>
              <a:cxnLst/>
              <a:rect l="l" t="t" r="r" b="b"/>
              <a:pathLst>
                <a:path w="12610" h="101" extrusionOk="0">
                  <a:moveTo>
                    <a:pt x="0" y="0"/>
                  </a:moveTo>
                  <a:lnTo>
                    <a:pt x="0" y="101"/>
                  </a:lnTo>
                  <a:lnTo>
                    <a:pt x="12609" y="101"/>
                  </a:lnTo>
                  <a:lnTo>
                    <a:pt x="126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3"/>
            <p:cNvSpPr/>
            <p:nvPr/>
          </p:nvSpPr>
          <p:spPr>
            <a:xfrm>
              <a:off x="6071265" y="4241168"/>
              <a:ext cx="479258" cy="2755"/>
            </a:xfrm>
            <a:custGeom>
              <a:avLst/>
              <a:gdLst/>
              <a:ahLst/>
              <a:cxnLst/>
              <a:rect l="l" t="t" r="r" b="b"/>
              <a:pathLst>
                <a:path w="17747" h="102" extrusionOk="0">
                  <a:moveTo>
                    <a:pt x="1" y="1"/>
                  </a:moveTo>
                  <a:lnTo>
                    <a:pt x="1" y="101"/>
                  </a:lnTo>
                  <a:lnTo>
                    <a:pt x="17747" y="101"/>
                  </a:lnTo>
                  <a:lnTo>
                    <a:pt x="1774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3"/>
            <p:cNvSpPr/>
            <p:nvPr/>
          </p:nvSpPr>
          <p:spPr>
            <a:xfrm>
              <a:off x="6367818" y="2693391"/>
              <a:ext cx="822464" cy="871726"/>
            </a:xfrm>
            <a:custGeom>
              <a:avLst/>
              <a:gdLst/>
              <a:ahLst/>
              <a:cxnLst/>
              <a:rect l="l" t="t" r="r" b="b"/>
              <a:pathLst>
                <a:path w="30456" h="38589" extrusionOk="0">
                  <a:moveTo>
                    <a:pt x="10117" y="0"/>
                  </a:moveTo>
                  <a:cubicBezTo>
                    <a:pt x="8086" y="0"/>
                    <a:pt x="6418" y="1239"/>
                    <a:pt x="6272" y="4330"/>
                  </a:cubicBezTo>
                  <a:cubicBezTo>
                    <a:pt x="5871" y="12802"/>
                    <a:pt x="1602" y="7265"/>
                    <a:pt x="668" y="16705"/>
                  </a:cubicBezTo>
                  <a:cubicBezTo>
                    <a:pt x="1" y="23210"/>
                    <a:pt x="9274" y="24144"/>
                    <a:pt x="6505" y="26179"/>
                  </a:cubicBezTo>
                  <a:cubicBezTo>
                    <a:pt x="4470" y="27680"/>
                    <a:pt x="3270" y="30248"/>
                    <a:pt x="6105" y="32016"/>
                  </a:cubicBezTo>
                  <a:cubicBezTo>
                    <a:pt x="9941" y="34451"/>
                    <a:pt x="6305" y="36319"/>
                    <a:pt x="8940" y="38020"/>
                  </a:cubicBezTo>
                  <a:cubicBezTo>
                    <a:pt x="9602" y="38444"/>
                    <a:pt x="10123" y="38588"/>
                    <a:pt x="10599" y="38588"/>
                  </a:cubicBezTo>
                  <a:cubicBezTo>
                    <a:pt x="11602" y="38588"/>
                    <a:pt x="12404" y="37949"/>
                    <a:pt x="13892" y="37949"/>
                  </a:cubicBezTo>
                  <a:cubicBezTo>
                    <a:pt x="14476" y="37949"/>
                    <a:pt x="15164" y="38047"/>
                    <a:pt x="16012" y="38321"/>
                  </a:cubicBezTo>
                  <a:cubicBezTo>
                    <a:pt x="16499" y="38477"/>
                    <a:pt x="16976" y="38548"/>
                    <a:pt x="17434" y="38548"/>
                  </a:cubicBezTo>
                  <a:cubicBezTo>
                    <a:pt x="20402" y="38548"/>
                    <a:pt x="22619" y="35586"/>
                    <a:pt x="21983" y="33651"/>
                  </a:cubicBezTo>
                  <a:cubicBezTo>
                    <a:pt x="21316" y="31582"/>
                    <a:pt x="22450" y="31549"/>
                    <a:pt x="24651" y="30815"/>
                  </a:cubicBezTo>
                  <a:cubicBezTo>
                    <a:pt x="26820" y="30081"/>
                    <a:pt x="28421" y="27980"/>
                    <a:pt x="27020" y="25812"/>
                  </a:cubicBezTo>
                  <a:cubicBezTo>
                    <a:pt x="24752" y="22242"/>
                    <a:pt x="30456" y="21475"/>
                    <a:pt x="28854" y="15538"/>
                  </a:cubicBezTo>
                  <a:cubicBezTo>
                    <a:pt x="26586" y="7098"/>
                    <a:pt x="19548" y="14403"/>
                    <a:pt x="17813" y="6331"/>
                  </a:cubicBezTo>
                  <a:cubicBezTo>
                    <a:pt x="17052" y="2804"/>
                    <a:pt x="13173" y="0"/>
                    <a:pt x="10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3"/>
            <p:cNvSpPr/>
            <p:nvPr/>
          </p:nvSpPr>
          <p:spPr>
            <a:xfrm>
              <a:off x="6491059" y="3360180"/>
              <a:ext cx="633294" cy="735994"/>
            </a:xfrm>
            <a:custGeom>
              <a:avLst/>
              <a:gdLst/>
              <a:ahLst/>
              <a:cxnLst/>
              <a:rect l="l" t="t" r="r" b="b"/>
              <a:pathLst>
                <a:path w="23451" h="27254" extrusionOk="0">
                  <a:moveTo>
                    <a:pt x="0" y="1"/>
                  </a:moveTo>
                  <a:cubicBezTo>
                    <a:pt x="0" y="1"/>
                    <a:pt x="300" y="27253"/>
                    <a:pt x="11709" y="27253"/>
                  </a:cubicBezTo>
                  <a:cubicBezTo>
                    <a:pt x="23150" y="27253"/>
                    <a:pt x="23450" y="1"/>
                    <a:pt x="23450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3"/>
            <p:cNvSpPr/>
            <p:nvPr/>
          </p:nvSpPr>
          <p:spPr>
            <a:xfrm>
              <a:off x="3151746" y="799175"/>
              <a:ext cx="1365643" cy="1461133"/>
            </a:xfrm>
            <a:custGeom>
              <a:avLst/>
              <a:gdLst/>
              <a:ahLst/>
              <a:cxnLst/>
              <a:rect l="l" t="t" r="r" b="b"/>
              <a:pathLst>
                <a:path w="50570" h="54106" extrusionOk="0">
                  <a:moveTo>
                    <a:pt x="0" y="0"/>
                  </a:moveTo>
                  <a:lnTo>
                    <a:pt x="0" y="54105"/>
                  </a:lnTo>
                  <a:lnTo>
                    <a:pt x="50570" y="54105"/>
                  </a:lnTo>
                  <a:lnTo>
                    <a:pt x="505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3"/>
            <p:cNvSpPr/>
            <p:nvPr/>
          </p:nvSpPr>
          <p:spPr>
            <a:xfrm>
              <a:off x="3183261" y="799175"/>
              <a:ext cx="1402586" cy="1461133"/>
            </a:xfrm>
            <a:custGeom>
              <a:avLst/>
              <a:gdLst/>
              <a:ahLst/>
              <a:cxnLst/>
              <a:rect l="l" t="t" r="r" b="b"/>
              <a:pathLst>
                <a:path w="51938" h="54106" extrusionOk="0">
                  <a:moveTo>
                    <a:pt x="1" y="0"/>
                  </a:moveTo>
                  <a:lnTo>
                    <a:pt x="1" y="54105"/>
                  </a:lnTo>
                  <a:lnTo>
                    <a:pt x="51938" y="54105"/>
                  </a:lnTo>
                  <a:lnTo>
                    <a:pt x="51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3"/>
            <p:cNvSpPr/>
            <p:nvPr/>
          </p:nvSpPr>
          <p:spPr>
            <a:xfrm>
              <a:off x="3151746" y="2260288"/>
              <a:ext cx="1365643" cy="127032"/>
            </a:xfrm>
            <a:custGeom>
              <a:avLst/>
              <a:gdLst/>
              <a:ahLst/>
              <a:cxnLst/>
              <a:rect l="l" t="t" r="r" b="b"/>
              <a:pathLst>
                <a:path w="50570" h="4704" extrusionOk="0">
                  <a:moveTo>
                    <a:pt x="0" y="0"/>
                  </a:moveTo>
                  <a:lnTo>
                    <a:pt x="0" y="4704"/>
                  </a:lnTo>
                  <a:lnTo>
                    <a:pt x="50570" y="4704"/>
                  </a:lnTo>
                  <a:lnTo>
                    <a:pt x="505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3"/>
            <p:cNvSpPr/>
            <p:nvPr/>
          </p:nvSpPr>
          <p:spPr>
            <a:xfrm>
              <a:off x="3296763" y="2260288"/>
              <a:ext cx="1402586" cy="127032"/>
            </a:xfrm>
            <a:custGeom>
              <a:avLst/>
              <a:gdLst/>
              <a:ahLst/>
              <a:cxnLst/>
              <a:rect l="l" t="t" r="r" b="b"/>
              <a:pathLst>
                <a:path w="51938" h="4704" extrusionOk="0">
                  <a:moveTo>
                    <a:pt x="1" y="0"/>
                  </a:moveTo>
                  <a:lnTo>
                    <a:pt x="1" y="4704"/>
                  </a:lnTo>
                  <a:lnTo>
                    <a:pt x="51938" y="4704"/>
                  </a:lnTo>
                  <a:lnTo>
                    <a:pt x="51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3"/>
            <p:cNvSpPr/>
            <p:nvPr/>
          </p:nvSpPr>
          <p:spPr>
            <a:xfrm>
              <a:off x="3278751" y="894638"/>
              <a:ext cx="1211606" cy="1270180"/>
            </a:xfrm>
            <a:custGeom>
              <a:avLst/>
              <a:gdLst/>
              <a:ahLst/>
              <a:cxnLst/>
              <a:rect l="l" t="t" r="r" b="b"/>
              <a:pathLst>
                <a:path w="44866" h="47035" extrusionOk="0">
                  <a:moveTo>
                    <a:pt x="1" y="1"/>
                  </a:moveTo>
                  <a:lnTo>
                    <a:pt x="1" y="47035"/>
                  </a:lnTo>
                  <a:lnTo>
                    <a:pt x="44866" y="47035"/>
                  </a:lnTo>
                  <a:lnTo>
                    <a:pt x="448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3"/>
            <p:cNvSpPr/>
            <p:nvPr/>
          </p:nvSpPr>
          <p:spPr>
            <a:xfrm>
              <a:off x="3315693" y="949594"/>
              <a:ext cx="14421" cy="1120653"/>
            </a:xfrm>
            <a:custGeom>
              <a:avLst/>
              <a:gdLst/>
              <a:ahLst/>
              <a:cxnLst/>
              <a:rect l="l" t="t" r="r" b="b"/>
              <a:pathLst>
                <a:path w="534" h="41498" extrusionOk="0">
                  <a:moveTo>
                    <a:pt x="267" y="1"/>
                  </a:moveTo>
                  <a:cubicBezTo>
                    <a:pt x="134" y="1"/>
                    <a:pt x="0" y="101"/>
                    <a:pt x="0" y="234"/>
                  </a:cubicBezTo>
                  <a:lnTo>
                    <a:pt x="0" y="41230"/>
                  </a:lnTo>
                  <a:cubicBezTo>
                    <a:pt x="0" y="41364"/>
                    <a:pt x="134" y="41497"/>
                    <a:pt x="267" y="41497"/>
                  </a:cubicBezTo>
                  <a:cubicBezTo>
                    <a:pt x="401" y="41497"/>
                    <a:pt x="501" y="41364"/>
                    <a:pt x="534" y="41230"/>
                  </a:cubicBezTo>
                  <a:lnTo>
                    <a:pt x="534" y="234"/>
                  </a:lnTo>
                  <a:cubicBezTo>
                    <a:pt x="501" y="101"/>
                    <a:pt x="401" y="1"/>
                    <a:pt x="2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3"/>
            <p:cNvSpPr/>
            <p:nvPr/>
          </p:nvSpPr>
          <p:spPr>
            <a:xfrm>
              <a:off x="4478640" y="893747"/>
              <a:ext cx="11720" cy="1271071"/>
            </a:xfrm>
            <a:custGeom>
              <a:avLst/>
              <a:gdLst/>
              <a:ahLst/>
              <a:cxnLst/>
              <a:rect l="l" t="t" r="r" b="b"/>
              <a:pathLst>
                <a:path w="434" h="47068" extrusionOk="0">
                  <a:moveTo>
                    <a:pt x="0" y="1"/>
                  </a:moveTo>
                  <a:lnTo>
                    <a:pt x="0" y="47068"/>
                  </a:lnTo>
                  <a:lnTo>
                    <a:pt x="434" y="47068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3"/>
            <p:cNvSpPr/>
            <p:nvPr/>
          </p:nvSpPr>
          <p:spPr>
            <a:xfrm>
              <a:off x="3233706" y="931581"/>
              <a:ext cx="1374663" cy="106319"/>
            </a:xfrm>
            <a:custGeom>
              <a:avLst/>
              <a:gdLst/>
              <a:ahLst/>
              <a:cxnLst/>
              <a:rect l="l" t="t" r="r" b="b"/>
              <a:pathLst>
                <a:path w="50904" h="3937" extrusionOk="0">
                  <a:moveTo>
                    <a:pt x="1" y="1"/>
                  </a:moveTo>
                  <a:lnTo>
                    <a:pt x="301" y="3937"/>
                  </a:lnTo>
                  <a:lnTo>
                    <a:pt x="50904" y="3937"/>
                  </a:lnTo>
                  <a:lnTo>
                    <a:pt x="505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3"/>
            <p:cNvSpPr/>
            <p:nvPr/>
          </p:nvSpPr>
          <p:spPr>
            <a:xfrm>
              <a:off x="3233706" y="1106332"/>
              <a:ext cx="1374663" cy="106346"/>
            </a:xfrm>
            <a:custGeom>
              <a:avLst/>
              <a:gdLst/>
              <a:ahLst/>
              <a:cxnLst/>
              <a:rect l="l" t="t" r="r" b="b"/>
              <a:pathLst>
                <a:path w="50904" h="3938" extrusionOk="0">
                  <a:moveTo>
                    <a:pt x="1" y="1"/>
                  </a:moveTo>
                  <a:lnTo>
                    <a:pt x="301" y="3937"/>
                  </a:lnTo>
                  <a:lnTo>
                    <a:pt x="50904" y="3937"/>
                  </a:lnTo>
                  <a:lnTo>
                    <a:pt x="505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3"/>
            <p:cNvSpPr/>
            <p:nvPr/>
          </p:nvSpPr>
          <p:spPr>
            <a:xfrm>
              <a:off x="3233706" y="1281109"/>
              <a:ext cx="1374663" cy="107210"/>
            </a:xfrm>
            <a:custGeom>
              <a:avLst/>
              <a:gdLst/>
              <a:ahLst/>
              <a:cxnLst/>
              <a:rect l="l" t="t" r="r" b="b"/>
              <a:pathLst>
                <a:path w="50904" h="3970" extrusionOk="0">
                  <a:moveTo>
                    <a:pt x="1" y="0"/>
                  </a:moveTo>
                  <a:lnTo>
                    <a:pt x="301" y="3970"/>
                  </a:lnTo>
                  <a:lnTo>
                    <a:pt x="50904" y="3970"/>
                  </a:lnTo>
                  <a:lnTo>
                    <a:pt x="505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3"/>
            <p:cNvSpPr/>
            <p:nvPr/>
          </p:nvSpPr>
          <p:spPr>
            <a:xfrm>
              <a:off x="3233706" y="1455859"/>
              <a:ext cx="1374663" cy="107210"/>
            </a:xfrm>
            <a:custGeom>
              <a:avLst/>
              <a:gdLst/>
              <a:ahLst/>
              <a:cxnLst/>
              <a:rect l="l" t="t" r="r" b="b"/>
              <a:pathLst>
                <a:path w="50904" h="3970" extrusionOk="0">
                  <a:moveTo>
                    <a:pt x="1" y="0"/>
                  </a:moveTo>
                  <a:lnTo>
                    <a:pt x="301" y="3970"/>
                  </a:lnTo>
                  <a:lnTo>
                    <a:pt x="50904" y="3970"/>
                  </a:lnTo>
                  <a:lnTo>
                    <a:pt x="505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3"/>
            <p:cNvSpPr/>
            <p:nvPr/>
          </p:nvSpPr>
          <p:spPr>
            <a:xfrm>
              <a:off x="3233706" y="1630609"/>
              <a:ext cx="1374663" cy="107237"/>
            </a:xfrm>
            <a:custGeom>
              <a:avLst/>
              <a:gdLst/>
              <a:ahLst/>
              <a:cxnLst/>
              <a:rect l="l" t="t" r="r" b="b"/>
              <a:pathLst>
                <a:path w="50904" h="3971" extrusionOk="0">
                  <a:moveTo>
                    <a:pt x="1" y="1"/>
                  </a:moveTo>
                  <a:lnTo>
                    <a:pt x="301" y="3970"/>
                  </a:lnTo>
                  <a:lnTo>
                    <a:pt x="50904" y="3970"/>
                  </a:lnTo>
                  <a:lnTo>
                    <a:pt x="505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3"/>
            <p:cNvSpPr/>
            <p:nvPr/>
          </p:nvSpPr>
          <p:spPr>
            <a:xfrm>
              <a:off x="3233706" y="1806278"/>
              <a:ext cx="1374663" cy="106319"/>
            </a:xfrm>
            <a:custGeom>
              <a:avLst/>
              <a:gdLst/>
              <a:ahLst/>
              <a:cxnLst/>
              <a:rect l="l" t="t" r="r" b="b"/>
              <a:pathLst>
                <a:path w="50904" h="3937" extrusionOk="0">
                  <a:moveTo>
                    <a:pt x="1" y="0"/>
                  </a:moveTo>
                  <a:lnTo>
                    <a:pt x="301" y="3937"/>
                  </a:lnTo>
                  <a:lnTo>
                    <a:pt x="50904" y="3937"/>
                  </a:lnTo>
                  <a:lnTo>
                    <a:pt x="505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3"/>
            <p:cNvSpPr/>
            <p:nvPr/>
          </p:nvSpPr>
          <p:spPr>
            <a:xfrm>
              <a:off x="6162245" y="2788157"/>
              <a:ext cx="504480" cy="1308014"/>
            </a:xfrm>
            <a:custGeom>
              <a:avLst/>
              <a:gdLst/>
              <a:ahLst/>
              <a:cxnLst/>
              <a:rect l="l" t="t" r="r" b="b"/>
              <a:pathLst>
                <a:path w="18681" h="48436" extrusionOk="0">
                  <a:moveTo>
                    <a:pt x="1" y="1"/>
                  </a:moveTo>
                  <a:lnTo>
                    <a:pt x="1" y="48435"/>
                  </a:lnTo>
                  <a:lnTo>
                    <a:pt x="18681" y="48435"/>
                  </a:lnTo>
                  <a:lnTo>
                    <a:pt x="1868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3"/>
            <p:cNvSpPr/>
            <p:nvPr/>
          </p:nvSpPr>
          <p:spPr>
            <a:xfrm>
              <a:off x="6391059" y="3870955"/>
              <a:ext cx="275667" cy="225222"/>
            </a:xfrm>
            <a:custGeom>
              <a:avLst/>
              <a:gdLst/>
              <a:ahLst/>
              <a:cxnLst/>
              <a:rect l="l" t="t" r="r" b="b"/>
              <a:pathLst>
                <a:path w="10208" h="8340" extrusionOk="0">
                  <a:moveTo>
                    <a:pt x="1" y="0"/>
                  </a:moveTo>
                  <a:lnTo>
                    <a:pt x="5238" y="8339"/>
                  </a:lnTo>
                  <a:lnTo>
                    <a:pt x="10208" y="8339"/>
                  </a:lnTo>
                  <a:lnTo>
                    <a:pt x="102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3"/>
            <p:cNvSpPr/>
            <p:nvPr/>
          </p:nvSpPr>
          <p:spPr>
            <a:xfrm>
              <a:off x="4865974" y="2788157"/>
              <a:ext cx="504480" cy="1308014"/>
            </a:xfrm>
            <a:custGeom>
              <a:avLst/>
              <a:gdLst/>
              <a:ahLst/>
              <a:cxnLst/>
              <a:rect l="l" t="t" r="r" b="b"/>
              <a:pathLst>
                <a:path w="18681" h="48436" extrusionOk="0">
                  <a:moveTo>
                    <a:pt x="1" y="1"/>
                  </a:moveTo>
                  <a:lnTo>
                    <a:pt x="1" y="48435"/>
                  </a:lnTo>
                  <a:lnTo>
                    <a:pt x="18681" y="48435"/>
                  </a:lnTo>
                  <a:lnTo>
                    <a:pt x="1868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3"/>
            <p:cNvSpPr/>
            <p:nvPr/>
          </p:nvSpPr>
          <p:spPr>
            <a:xfrm>
              <a:off x="5252444" y="2788157"/>
              <a:ext cx="1414279" cy="1230537"/>
            </a:xfrm>
            <a:custGeom>
              <a:avLst/>
              <a:gdLst/>
              <a:ahLst/>
              <a:cxnLst/>
              <a:rect l="l" t="t" r="r" b="b"/>
              <a:pathLst>
                <a:path w="52371" h="45567" extrusionOk="0">
                  <a:moveTo>
                    <a:pt x="0" y="1"/>
                  </a:moveTo>
                  <a:lnTo>
                    <a:pt x="0" y="45567"/>
                  </a:lnTo>
                  <a:lnTo>
                    <a:pt x="52371" y="45567"/>
                  </a:lnTo>
                  <a:lnTo>
                    <a:pt x="52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3"/>
            <p:cNvSpPr/>
            <p:nvPr/>
          </p:nvSpPr>
          <p:spPr>
            <a:xfrm>
              <a:off x="5356926" y="2901660"/>
              <a:ext cx="1205314" cy="258573"/>
            </a:xfrm>
            <a:custGeom>
              <a:avLst/>
              <a:gdLst/>
              <a:ahLst/>
              <a:cxnLst/>
              <a:rect l="l" t="t" r="r" b="b"/>
              <a:pathLst>
                <a:path w="44633" h="9575" extrusionOk="0">
                  <a:moveTo>
                    <a:pt x="1" y="1"/>
                  </a:moveTo>
                  <a:lnTo>
                    <a:pt x="1" y="9574"/>
                  </a:lnTo>
                  <a:lnTo>
                    <a:pt x="44632" y="9574"/>
                  </a:lnTo>
                  <a:lnTo>
                    <a:pt x="44632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3"/>
            <p:cNvSpPr/>
            <p:nvPr/>
          </p:nvSpPr>
          <p:spPr>
            <a:xfrm>
              <a:off x="5252444" y="3870955"/>
              <a:ext cx="276558" cy="225222"/>
            </a:xfrm>
            <a:custGeom>
              <a:avLst/>
              <a:gdLst/>
              <a:ahLst/>
              <a:cxnLst/>
              <a:rect l="l" t="t" r="r" b="b"/>
              <a:pathLst>
                <a:path w="10241" h="8340" extrusionOk="0">
                  <a:moveTo>
                    <a:pt x="0" y="0"/>
                  </a:moveTo>
                  <a:lnTo>
                    <a:pt x="0" y="8339"/>
                  </a:lnTo>
                  <a:lnTo>
                    <a:pt x="5004" y="8339"/>
                  </a:lnTo>
                  <a:lnTo>
                    <a:pt x="10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3"/>
            <p:cNvSpPr/>
            <p:nvPr/>
          </p:nvSpPr>
          <p:spPr>
            <a:xfrm>
              <a:off x="5356926" y="3273709"/>
              <a:ext cx="1205314" cy="258546"/>
            </a:xfrm>
            <a:custGeom>
              <a:avLst/>
              <a:gdLst/>
              <a:ahLst/>
              <a:cxnLst/>
              <a:rect l="l" t="t" r="r" b="b"/>
              <a:pathLst>
                <a:path w="44633" h="9574" extrusionOk="0">
                  <a:moveTo>
                    <a:pt x="1" y="0"/>
                  </a:moveTo>
                  <a:lnTo>
                    <a:pt x="1" y="9574"/>
                  </a:lnTo>
                  <a:lnTo>
                    <a:pt x="44632" y="9574"/>
                  </a:lnTo>
                  <a:lnTo>
                    <a:pt x="44632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3"/>
            <p:cNvSpPr/>
            <p:nvPr/>
          </p:nvSpPr>
          <p:spPr>
            <a:xfrm>
              <a:off x="5356926" y="3646650"/>
              <a:ext cx="1205314" cy="257655"/>
            </a:xfrm>
            <a:custGeom>
              <a:avLst/>
              <a:gdLst/>
              <a:ahLst/>
              <a:cxnLst/>
              <a:rect l="l" t="t" r="r" b="b"/>
              <a:pathLst>
                <a:path w="44633" h="9541" extrusionOk="0">
                  <a:moveTo>
                    <a:pt x="1" y="0"/>
                  </a:moveTo>
                  <a:lnTo>
                    <a:pt x="1" y="9540"/>
                  </a:lnTo>
                  <a:lnTo>
                    <a:pt x="44632" y="9540"/>
                  </a:lnTo>
                  <a:lnTo>
                    <a:pt x="44632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3"/>
            <p:cNvSpPr/>
            <p:nvPr/>
          </p:nvSpPr>
          <p:spPr>
            <a:xfrm>
              <a:off x="4690333" y="2788157"/>
              <a:ext cx="504480" cy="1308014"/>
            </a:xfrm>
            <a:custGeom>
              <a:avLst/>
              <a:gdLst/>
              <a:ahLst/>
              <a:cxnLst/>
              <a:rect l="l" t="t" r="r" b="b"/>
              <a:pathLst>
                <a:path w="18681" h="48436" extrusionOk="0">
                  <a:moveTo>
                    <a:pt x="0" y="1"/>
                  </a:moveTo>
                  <a:lnTo>
                    <a:pt x="0" y="48435"/>
                  </a:lnTo>
                  <a:lnTo>
                    <a:pt x="18680" y="48435"/>
                  </a:lnTo>
                  <a:lnTo>
                    <a:pt x="1868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3"/>
            <p:cNvSpPr/>
            <p:nvPr/>
          </p:nvSpPr>
          <p:spPr>
            <a:xfrm>
              <a:off x="4919120" y="3870955"/>
              <a:ext cx="275694" cy="225222"/>
            </a:xfrm>
            <a:custGeom>
              <a:avLst/>
              <a:gdLst/>
              <a:ahLst/>
              <a:cxnLst/>
              <a:rect l="l" t="t" r="r" b="b"/>
              <a:pathLst>
                <a:path w="10209" h="8340" extrusionOk="0">
                  <a:moveTo>
                    <a:pt x="1" y="0"/>
                  </a:moveTo>
                  <a:lnTo>
                    <a:pt x="5238" y="8339"/>
                  </a:lnTo>
                  <a:lnTo>
                    <a:pt x="10208" y="8339"/>
                  </a:lnTo>
                  <a:lnTo>
                    <a:pt x="102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3"/>
            <p:cNvSpPr/>
            <p:nvPr/>
          </p:nvSpPr>
          <p:spPr>
            <a:xfrm>
              <a:off x="3394062" y="2868332"/>
              <a:ext cx="504480" cy="1308014"/>
            </a:xfrm>
            <a:custGeom>
              <a:avLst/>
              <a:gdLst/>
              <a:ahLst/>
              <a:cxnLst/>
              <a:rect l="l" t="t" r="r" b="b"/>
              <a:pathLst>
                <a:path w="18681" h="48436" extrusionOk="0">
                  <a:moveTo>
                    <a:pt x="0" y="1"/>
                  </a:moveTo>
                  <a:lnTo>
                    <a:pt x="0" y="48435"/>
                  </a:lnTo>
                  <a:lnTo>
                    <a:pt x="18680" y="48435"/>
                  </a:lnTo>
                  <a:lnTo>
                    <a:pt x="1868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3"/>
            <p:cNvSpPr/>
            <p:nvPr/>
          </p:nvSpPr>
          <p:spPr>
            <a:xfrm>
              <a:off x="3780505" y="2788157"/>
              <a:ext cx="1414306" cy="1230537"/>
            </a:xfrm>
            <a:custGeom>
              <a:avLst/>
              <a:gdLst/>
              <a:ahLst/>
              <a:cxnLst/>
              <a:rect l="l" t="t" r="r" b="b"/>
              <a:pathLst>
                <a:path w="52372" h="45567" extrusionOk="0">
                  <a:moveTo>
                    <a:pt x="1" y="1"/>
                  </a:moveTo>
                  <a:lnTo>
                    <a:pt x="1" y="45567"/>
                  </a:lnTo>
                  <a:lnTo>
                    <a:pt x="52371" y="45567"/>
                  </a:lnTo>
                  <a:lnTo>
                    <a:pt x="52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3"/>
            <p:cNvSpPr/>
            <p:nvPr/>
          </p:nvSpPr>
          <p:spPr>
            <a:xfrm>
              <a:off x="3884988" y="2901660"/>
              <a:ext cx="1205314" cy="258573"/>
            </a:xfrm>
            <a:custGeom>
              <a:avLst/>
              <a:gdLst/>
              <a:ahLst/>
              <a:cxnLst/>
              <a:rect l="l" t="t" r="r" b="b"/>
              <a:pathLst>
                <a:path w="44633" h="9575" extrusionOk="0">
                  <a:moveTo>
                    <a:pt x="1" y="1"/>
                  </a:moveTo>
                  <a:lnTo>
                    <a:pt x="1" y="9574"/>
                  </a:lnTo>
                  <a:lnTo>
                    <a:pt x="44633" y="9574"/>
                  </a:lnTo>
                  <a:lnTo>
                    <a:pt x="44633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3"/>
            <p:cNvSpPr/>
            <p:nvPr/>
          </p:nvSpPr>
          <p:spPr>
            <a:xfrm>
              <a:off x="3780505" y="3870955"/>
              <a:ext cx="276585" cy="225222"/>
            </a:xfrm>
            <a:custGeom>
              <a:avLst/>
              <a:gdLst/>
              <a:ahLst/>
              <a:cxnLst/>
              <a:rect l="l" t="t" r="r" b="b"/>
              <a:pathLst>
                <a:path w="10242" h="8340" extrusionOk="0">
                  <a:moveTo>
                    <a:pt x="1" y="0"/>
                  </a:moveTo>
                  <a:lnTo>
                    <a:pt x="1" y="8339"/>
                  </a:lnTo>
                  <a:lnTo>
                    <a:pt x="5004" y="8339"/>
                  </a:lnTo>
                  <a:lnTo>
                    <a:pt x="10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3"/>
            <p:cNvSpPr/>
            <p:nvPr/>
          </p:nvSpPr>
          <p:spPr>
            <a:xfrm>
              <a:off x="3884988" y="3273709"/>
              <a:ext cx="1205314" cy="258546"/>
            </a:xfrm>
            <a:custGeom>
              <a:avLst/>
              <a:gdLst/>
              <a:ahLst/>
              <a:cxnLst/>
              <a:rect l="l" t="t" r="r" b="b"/>
              <a:pathLst>
                <a:path w="44633" h="9574" extrusionOk="0">
                  <a:moveTo>
                    <a:pt x="1" y="0"/>
                  </a:moveTo>
                  <a:lnTo>
                    <a:pt x="1" y="9574"/>
                  </a:lnTo>
                  <a:lnTo>
                    <a:pt x="44633" y="9574"/>
                  </a:lnTo>
                  <a:lnTo>
                    <a:pt x="44633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3"/>
            <p:cNvSpPr/>
            <p:nvPr/>
          </p:nvSpPr>
          <p:spPr>
            <a:xfrm>
              <a:off x="3884988" y="3646650"/>
              <a:ext cx="1205314" cy="257655"/>
            </a:xfrm>
            <a:custGeom>
              <a:avLst/>
              <a:gdLst/>
              <a:ahLst/>
              <a:cxnLst/>
              <a:rect l="l" t="t" r="r" b="b"/>
              <a:pathLst>
                <a:path w="44633" h="9541" extrusionOk="0">
                  <a:moveTo>
                    <a:pt x="1" y="0"/>
                  </a:moveTo>
                  <a:lnTo>
                    <a:pt x="1" y="9540"/>
                  </a:lnTo>
                  <a:lnTo>
                    <a:pt x="44633" y="9540"/>
                  </a:lnTo>
                  <a:lnTo>
                    <a:pt x="44633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3"/>
            <p:cNvSpPr/>
            <p:nvPr/>
          </p:nvSpPr>
          <p:spPr>
            <a:xfrm>
              <a:off x="3005810" y="4349270"/>
              <a:ext cx="4367141" cy="254954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3"/>
            <p:cNvSpPr/>
            <p:nvPr/>
          </p:nvSpPr>
          <p:spPr>
            <a:xfrm>
              <a:off x="4113802" y="1170307"/>
              <a:ext cx="653116" cy="460570"/>
            </a:xfrm>
            <a:custGeom>
              <a:avLst/>
              <a:gdLst/>
              <a:ahLst/>
              <a:cxnLst/>
              <a:rect l="l" t="t" r="r" b="b"/>
              <a:pathLst>
                <a:path w="24185" h="17055" extrusionOk="0">
                  <a:moveTo>
                    <a:pt x="17486" y="181"/>
                  </a:moveTo>
                  <a:cubicBezTo>
                    <a:pt x="16948" y="181"/>
                    <a:pt x="16426" y="279"/>
                    <a:pt x="15945" y="467"/>
                  </a:cubicBezTo>
                  <a:cubicBezTo>
                    <a:pt x="13811" y="1301"/>
                    <a:pt x="9274" y="0"/>
                    <a:pt x="10508" y="3203"/>
                  </a:cubicBezTo>
                  <a:cubicBezTo>
                    <a:pt x="10243" y="3103"/>
                    <a:pt x="9950" y="3055"/>
                    <a:pt x="9649" y="3055"/>
                  </a:cubicBezTo>
                  <a:cubicBezTo>
                    <a:pt x="8130" y="3055"/>
                    <a:pt x="6388" y="4278"/>
                    <a:pt x="6806" y="6338"/>
                  </a:cubicBezTo>
                  <a:cubicBezTo>
                    <a:pt x="7306" y="8807"/>
                    <a:pt x="1302" y="5704"/>
                    <a:pt x="1" y="10741"/>
                  </a:cubicBezTo>
                  <a:cubicBezTo>
                    <a:pt x="1869" y="11175"/>
                    <a:pt x="3503" y="12376"/>
                    <a:pt x="4437" y="14044"/>
                  </a:cubicBezTo>
                  <a:cubicBezTo>
                    <a:pt x="5513" y="15980"/>
                    <a:pt x="10309" y="17054"/>
                    <a:pt x="14571" y="17054"/>
                  </a:cubicBezTo>
                  <a:cubicBezTo>
                    <a:pt x="18899" y="17054"/>
                    <a:pt x="22676" y="15947"/>
                    <a:pt x="21449" y="13510"/>
                  </a:cubicBezTo>
                  <a:cubicBezTo>
                    <a:pt x="18981" y="8673"/>
                    <a:pt x="24185" y="7439"/>
                    <a:pt x="22617" y="4003"/>
                  </a:cubicBezTo>
                  <a:cubicBezTo>
                    <a:pt x="21376" y="1341"/>
                    <a:pt x="19335" y="181"/>
                    <a:pt x="17486" y="1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3"/>
            <p:cNvSpPr/>
            <p:nvPr/>
          </p:nvSpPr>
          <p:spPr>
            <a:xfrm>
              <a:off x="4378640" y="1147785"/>
              <a:ext cx="181987" cy="110829"/>
            </a:xfrm>
            <a:custGeom>
              <a:avLst/>
              <a:gdLst/>
              <a:ahLst/>
              <a:cxnLst/>
              <a:rect l="l" t="t" r="r" b="b"/>
              <a:pathLst>
                <a:path w="6739" h="4104" extrusionOk="0">
                  <a:moveTo>
                    <a:pt x="6672" y="0"/>
                  </a:moveTo>
                  <a:cubicBezTo>
                    <a:pt x="5905" y="801"/>
                    <a:pt x="4437" y="1101"/>
                    <a:pt x="3036" y="1368"/>
                  </a:cubicBezTo>
                  <a:cubicBezTo>
                    <a:pt x="1635" y="1635"/>
                    <a:pt x="434" y="1868"/>
                    <a:pt x="167" y="2569"/>
                  </a:cubicBezTo>
                  <a:cubicBezTo>
                    <a:pt x="1" y="2969"/>
                    <a:pt x="167" y="3469"/>
                    <a:pt x="668" y="4070"/>
                  </a:cubicBezTo>
                  <a:cubicBezTo>
                    <a:pt x="668" y="4087"/>
                    <a:pt x="676" y="4095"/>
                    <a:pt x="684" y="4095"/>
                  </a:cubicBezTo>
                  <a:cubicBezTo>
                    <a:pt x="693" y="4095"/>
                    <a:pt x="701" y="4087"/>
                    <a:pt x="701" y="4070"/>
                  </a:cubicBezTo>
                  <a:cubicBezTo>
                    <a:pt x="701" y="4103"/>
                    <a:pt x="735" y="4103"/>
                    <a:pt x="735" y="4103"/>
                  </a:cubicBezTo>
                  <a:cubicBezTo>
                    <a:pt x="768" y="4070"/>
                    <a:pt x="768" y="4037"/>
                    <a:pt x="735" y="4003"/>
                  </a:cubicBezTo>
                  <a:cubicBezTo>
                    <a:pt x="268" y="3436"/>
                    <a:pt x="134" y="2969"/>
                    <a:pt x="268" y="2602"/>
                  </a:cubicBezTo>
                  <a:cubicBezTo>
                    <a:pt x="501" y="1968"/>
                    <a:pt x="1669" y="1735"/>
                    <a:pt x="3036" y="1468"/>
                  </a:cubicBezTo>
                  <a:cubicBezTo>
                    <a:pt x="4404" y="1201"/>
                    <a:pt x="5972" y="901"/>
                    <a:pt x="6739" y="67"/>
                  </a:cubicBezTo>
                  <a:cubicBezTo>
                    <a:pt x="6739" y="67"/>
                    <a:pt x="6739" y="34"/>
                    <a:pt x="67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3"/>
            <p:cNvSpPr/>
            <p:nvPr/>
          </p:nvSpPr>
          <p:spPr>
            <a:xfrm>
              <a:off x="4695734" y="1285592"/>
              <a:ext cx="492760" cy="499998"/>
            </a:xfrm>
            <a:custGeom>
              <a:avLst/>
              <a:gdLst/>
              <a:ahLst/>
              <a:cxnLst/>
              <a:rect l="l" t="t" r="r" b="b"/>
              <a:pathLst>
                <a:path w="18247" h="18515" extrusionOk="0">
                  <a:moveTo>
                    <a:pt x="16546" y="1"/>
                  </a:moveTo>
                  <a:cubicBezTo>
                    <a:pt x="16279" y="1002"/>
                    <a:pt x="15978" y="2036"/>
                    <a:pt x="15645" y="3036"/>
                  </a:cubicBezTo>
                  <a:cubicBezTo>
                    <a:pt x="15345" y="4071"/>
                    <a:pt x="14978" y="5038"/>
                    <a:pt x="14611" y="6005"/>
                  </a:cubicBezTo>
                  <a:cubicBezTo>
                    <a:pt x="14244" y="6939"/>
                    <a:pt x="13810" y="7840"/>
                    <a:pt x="13277" y="8707"/>
                  </a:cubicBezTo>
                  <a:cubicBezTo>
                    <a:pt x="13076" y="9074"/>
                    <a:pt x="12810" y="9408"/>
                    <a:pt x="12509" y="9741"/>
                  </a:cubicBezTo>
                  <a:lnTo>
                    <a:pt x="12309" y="9941"/>
                  </a:lnTo>
                  <a:cubicBezTo>
                    <a:pt x="12242" y="9975"/>
                    <a:pt x="12176" y="10041"/>
                    <a:pt x="12142" y="10075"/>
                  </a:cubicBezTo>
                  <a:cubicBezTo>
                    <a:pt x="12076" y="10108"/>
                    <a:pt x="11809" y="10275"/>
                    <a:pt x="11575" y="10375"/>
                  </a:cubicBezTo>
                  <a:cubicBezTo>
                    <a:pt x="9741" y="11409"/>
                    <a:pt x="7873" y="12276"/>
                    <a:pt x="5938" y="13044"/>
                  </a:cubicBezTo>
                  <a:cubicBezTo>
                    <a:pt x="4937" y="13444"/>
                    <a:pt x="3970" y="13811"/>
                    <a:pt x="2969" y="14144"/>
                  </a:cubicBezTo>
                  <a:cubicBezTo>
                    <a:pt x="2002" y="14511"/>
                    <a:pt x="968" y="14845"/>
                    <a:pt x="0" y="15145"/>
                  </a:cubicBezTo>
                  <a:lnTo>
                    <a:pt x="968" y="18514"/>
                  </a:lnTo>
                  <a:cubicBezTo>
                    <a:pt x="3103" y="17880"/>
                    <a:pt x="5204" y="17147"/>
                    <a:pt x="7239" y="16246"/>
                  </a:cubicBezTo>
                  <a:cubicBezTo>
                    <a:pt x="9340" y="15379"/>
                    <a:pt x="11342" y="14345"/>
                    <a:pt x="13210" y="13110"/>
                  </a:cubicBezTo>
                  <a:cubicBezTo>
                    <a:pt x="13510" y="12944"/>
                    <a:pt x="13777" y="12777"/>
                    <a:pt x="14044" y="12577"/>
                  </a:cubicBezTo>
                  <a:cubicBezTo>
                    <a:pt x="14177" y="12443"/>
                    <a:pt x="14344" y="12343"/>
                    <a:pt x="14444" y="12176"/>
                  </a:cubicBezTo>
                  <a:cubicBezTo>
                    <a:pt x="14577" y="12043"/>
                    <a:pt x="14711" y="11909"/>
                    <a:pt x="14811" y="11776"/>
                  </a:cubicBezTo>
                  <a:cubicBezTo>
                    <a:pt x="15211" y="11242"/>
                    <a:pt x="15578" y="10709"/>
                    <a:pt x="15845" y="10142"/>
                  </a:cubicBezTo>
                  <a:cubicBezTo>
                    <a:pt x="16379" y="9074"/>
                    <a:pt x="16779" y="7973"/>
                    <a:pt x="17113" y="6873"/>
                  </a:cubicBezTo>
                  <a:cubicBezTo>
                    <a:pt x="17713" y="4704"/>
                    <a:pt x="18080" y="2503"/>
                    <a:pt x="18247" y="268"/>
                  </a:cubicBezTo>
                  <a:lnTo>
                    <a:pt x="16546" y="1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3"/>
            <p:cNvSpPr/>
            <p:nvPr/>
          </p:nvSpPr>
          <p:spPr>
            <a:xfrm>
              <a:off x="4611964" y="1633310"/>
              <a:ext cx="273858" cy="227625"/>
            </a:xfrm>
            <a:custGeom>
              <a:avLst/>
              <a:gdLst/>
              <a:ahLst/>
              <a:cxnLst/>
              <a:rect l="l" t="t" r="r" b="b"/>
              <a:pathLst>
                <a:path w="10141" h="8429" extrusionOk="0">
                  <a:moveTo>
                    <a:pt x="9040" y="1"/>
                  </a:moveTo>
                  <a:cubicBezTo>
                    <a:pt x="9040" y="1"/>
                    <a:pt x="1334" y="1002"/>
                    <a:pt x="801" y="2336"/>
                  </a:cubicBezTo>
                  <a:cubicBezTo>
                    <a:pt x="0" y="4304"/>
                    <a:pt x="834" y="6772"/>
                    <a:pt x="2235" y="8073"/>
                  </a:cubicBezTo>
                  <a:cubicBezTo>
                    <a:pt x="2515" y="8327"/>
                    <a:pt x="3000" y="8428"/>
                    <a:pt x="3595" y="8428"/>
                  </a:cubicBezTo>
                  <a:cubicBezTo>
                    <a:pt x="5978" y="8428"/>
                    <a:pt x="10141" y="6806"/>
                    <a:pt x="10141" y="6806"/>
                  </a:cubicBezTo>
                  <a:lnTo>
                    <a:pt x="9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3"/>
            <p:cNvSpPr/>
            <p:nvPr/>
          </p:nvSpPr>
          <p:spPr>
            <a:xfrm>
              <a:off x="5120902" y="1199121"/>
              <a:ext cx="87415" cy="119848"/>
            </a:xfrm>
            <a:custGeom>
              <a:avLst/>
              <a:gdLst/>
              <a:ahLst/>
              <a:cxnLst/>
              <a:rect l="l" t="t" r="r" b="b"/>
              <a:pathLst>
                <a:path w="3237" h="4438" extrusionOk="0">
                  <a:moveTo>
                    <a:pt x="1" y="1"/>
                  </a:moveTo>
                  <a:lnTo>
                    <a:pt x="568" y="2769"/>
                  </a:lnTo>
                  <a:cubicBezTo>
                    <a:pt x="735" y="3403"/>
                    <a:pt x="1135" y="3970"/>
                    <a:pt x="1736" y="4270"/>
                  </a:cubicBezTo>
                  <a:lnTo>
                    <a:pt x="2036" y="4437"/>
                  </a:lnTo>
                  <a:cubicBezTo>
                    <a:pt x="3237" y="3703"/>
                    <a:pt x="3137" y="1502"/>
                    <a:pt x="3137" y="150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3"/>
            <p:cNvSpPr/>
            <p:nvPr/>
          </p:nvSpPr>
          <p:spPr>
            <a:xfrm>
              <a:off x="5120902" y="1135687"/>
              <a:ext cx="94626" cy="106319"/>
            </a:xfrm>
            <a:custGeom>
              <a:avLst/>
              <a:gdLst/>
              <a:ahLst/>
              <a:cxnLst/>
              <a:rect l="l" t="t" r="r" b="b"/>
              <a:pathLst>
                <a:path w="3504" h="3937" extrusionOk="0">
                  <a:moveTo>
                    <a:pt x="701" y="1"/>
                  </a:moveTo>
                  <a:lnTo>
                    <a:pt x="1" y="2436"/>
                  </a:lnTo>
                  <a:lnTo>
                    <a:pt x="3137" y="3937"/>
                  </a:lnTo>
                  <a:lnTo>
                    <a:pt x="3503" y="835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3"/>
            <p:cNvSpPr/>
            <p:nvPr/>
          </p:nvSpPr>
          <p:spPr>
            <a:xfrm>
              <a:off x="4198490" y="3621428"/>
              <a:ext cx="201808" cy="215311"/>
            </a:xfrm>
            <a:custGeom>
              <a:avLst/>
              <a:gdLst/>
              <a:ahLst/>
              <a:cxnLst/>
              <a:rect l="l" t="t" r="r" b="b"/>
              <a:pathLst>
                <a:path w="7473" h="7973" extrusionOk="0">
                  <a:moveTo>
                    <a:pt x="4970" y="0"/>
                  </a:moveTo>
                  <a:lnTo>
                    <a:pt x="0" y="6171"/>
                  </a:lnTo>
                  <a:lnTo>
                    <a:pt x="2936" y="7973"/>
                  </a:lnTo>
                  <a:lnTo>
                    <a:pt x="7472" y="2302"/>
                  </a:lnTo>
                  <a:lnTo>
                    <a:pt x="4970" y="0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3"/>
            <p:cNvSpPr/>
            <p:nvPr/>
          </p:nvSpPr>
          <p:spPr>
            <a:xfrm>
              <a:off x="4139943" y="3753483"/>
              <a:ext cx="225168" cy="265162"/>
            </a:xfrm>
            <a:custGeom>
              <a:avLst/>
              <a:gdLst/>
              <a:ahLst/>
              <a:cxnLst/>
              <a:rect l="l" t="t" r="r" b="b"/>
              <a:pathLst>
                <a:path w="8338" h="9819" extrusionOk="0">
                  <a:moveTo>
                    <a:pt x="3023" y="1"/>
                  </a:moveTo>
                  <a:cubicBezTo>
                    <a:pt x="2962" y="1"/>
                    <a:pt x="2895" y="17"/>
                    <a:pt x="2835" y="47"/>
                  </a:cubicBezTo>
                  <a:lnTo>
                    <a:pt x="300" y="1782"/>
                  </a:lnTo>
                  <a:cubicBezTo>
                    <a:pt x="67" y="1948"/>
                    <a:pt x="0" y="2349"/>
                    <a:pt x="234" y="2582"/>
                  </a:cubicBezTo>
                  <a:cubicBezTo>
                    <a:pt x="1134" y="3550"/>
                    <a:pt x="1635" y="3983"/>
                    <a:pt x="2769" y="5217"/>
                  </a:cubicBezTo>
                  <a:cubicBezTo>
                    <a:pt x="3469" y="5985"/>
                    <a:pt x="5404" y="8253"/>
                    <a:pt x="6371" y="9320"/>
                  </a:cubicBezTo>
                  <a:cubicBezTo>
                    <a:pt x="6700" y="9683"/>
                    <a:pt x="7044" y="9818"/>
                    <a:pt x="7343" y="9818"/>
                  </a:cubicBezTo>
                  <a:cubicBezTo>
                    <a:pt x="7925" y="9818"/>
                    <a:pt x="8337" y="9306"/>
                    <a:pt x="8139" y="8953"/>
                  </a:cubicBezTo>
                  <a:cubicBezTo>
                    <a:pt x="6738" y="6585"/>
                    <a:pt x="6071" y="4684"/>
                    <a:pt x="6004" y="3483"/>
                  </a:cubicBezTo>
                  <a:cubicBezTo>
                    <a:pt x="6004" y="3283"/>
                    <a:pt x="5938" y="3083"/>
                    <a:pt x="5804" y="2949"/>
                  </a:cubicBezTo>
                  <a:lnTo>
                    <a:pt x="3202" y="80"/>
                  </a:lnTo>
                  <a:cubicBezTo>
                    <a:pt x="3166" y="25"/>
                    <a:pt x="3099" y="1"/>
                    <a:pt x="30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3"/>
            <p:cNvSpPr/>
            <p:nvPr/>
          </p:nvSpPr>
          <p:spPr>
            <a:xfrm>
              <a:off x="4263329" y="3621428"/>
              <a:ext cx="136969" cy="136942"/>
            </a:xfrm>
            <a:custGeom>
              <a:avLst/>
              <a:gdLst/>
              <a:ahLst/>
              <a:cxnLst/>
              <a:rect l="l" t="t" r="r" b="b"/>
              <a:pathLst>
                <a:path w="5072" h="5071" extrusionOk="0">
                  <a:moveTo>
                    <a:pt x="2569" y="0"/>
                  </a:moveTo>
                  <a:lnTo>
                    <a:pt x="1" y="3203"/>
                  </a:lnTo>
                  <a:lnTo>
                    <a:pt x="2870" y="5071"/>
                  </a:lnTo>
                  <a:lnTo>
                    <a:pt x="5071" y="2302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rgbClr val="ED89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3"/>
            <p:cNvSpPr/>
            <p:nvPr/>
          </p:nvSpPr>
          <p:spPr>
            <a:xfrm>
              <a:off x="4298462" y="1671441"/>
              <a:ext cx="527921" cy="586171"/>
            </a:xfrm>
            <a:custGeom>
              <a:avLst/>
              <a:gdLst/>
              <a:ahLst/>
              <a:cxnLst/>
              <a:rect l="l" t="t" r="r" b="b"/>
              <a:pathLst>
                <a:path w="19549" h="21706" extrusionOk="0">
                  <a:moveTo>
                    <a:pt x="8203" y="0"/>
                  </a:moveTo>
                  <a:cubicBezTo>
                    <a:pt x="7415" y="0"/>
                    <a:pt x="6626" y="19"/>
                    <a:pt x="5838" y="57"/>
                  </a:cubicBezTo>
                  <a:cubicBezTo>
                    <a:pt x="3870" y="123"/>
                    <a:pt x="1936" y="357"/>
                    <a:pt x="1" y="724"/>
                  </a:cubicBezTo>
                  <a:cubicBezTo>
                    <a:pt x="2503" y="12365"/>
                    <a:pt x="2403" y="15835"/>
                    <a:pt x="2102" y="21472"/>
                  </a:cubicBezTo>
                  <a:lnTo>
                    <a:pt x="15946" y="21705"/>
                  </a:lnTo>
                  <a:cubicBezTo>
                    <a:pt x="19548" y="1724"/>
                    <a:pt x="17914" y="1124"/>
                    <a:pt x="17914" y="1124"/>
                  </a:cubicBezTo>
                  <a:cubicBezTo>
                    <a:pt x="17914" y="1124"/>
                    <a:pt x="14878" y="457"/>
                    <a:pt x="12143" y="157"/>
                  </a:cubicBezTo>
                  <a:cubicBezTo>
                    <a:pt x="10829" y="52"/>
                    <a:pt x="9516" y="0"/>
                    <a:pt x="82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3"/>
            <p:cNvSpPr/>
            <p:nvPr/>
          </p:nvSpPr>
          <p:spPr>
            <a:xfrm>
              <a:off x="4337215" y="1845003"/>
              <a:ext cx="39643" cy="115338"/>
            </a:xfrm>
            <a:custGeom>
              <a:avLst/>
              <a:gdLst/>
              <a:ahLst/>
              <a:cxnLst/>
              <a:rect l="l" t="t" r="r" b="b"/>
              <a:pathLst>
                <a:path w="1468" h="4271" extrusionOk="0">
                  <a:moveTo>
                    <a:pt x="1468" y="1"/>
                  </a:moveTo>
                  <a:lnTo>
                    <a:pt x="0" y="1669"/>
                  </a:lnTo>
                  <a:cubicBezTo>
                    <a:pt x="167" y="2603"/>
                    <a:pt x="300" y="3470"/>
                    <a:pt x="401" y="4271"/>
                  </a:cubicBezTo>
                  <a:cubicBezTo>
                    <a:pt x="968" y="2903"/>
                    <a:pt x="1335" y="1469"/>
                    <a:pt x="14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3"/>
            <p:cNvSpPr/>
            <p:nvPr/>
          </p:nvSpPr>
          <p:spPr>
            <a:xfrm>
              <a:off x="4457009" y="1481973"/>
              <a:ext cx="225249" cy="248716"/>
            </a:xfrm>
            <a:custGeom>
              <a:avLst/>
              <a:gdLst/>
              <a:ahLst/>
              <a:cxnLst/>
              <a:rect l="l" t="t" r="r" b="b"/>
              <a:pathLst>
                <a:path w="8341" h="9210" extrusionOk="0">
                  <a:moveTo>
                    <a:pt x="735" y="1"/>
                  </a:moveTo>
                  <a:lnTo>
                    <a:pt x="735" y="1"/>
                  </a:lnTo>
                  <a:cubicBezTo>
                    <a:pt x="1102" y="2036"/>
                    <a:pt x="1435" y="5738"/>
                    <a:pt x="1" y="7073"/>
                  </a:cubicBezTo>
                  <a:cubicBezTo>
                    <a:pt x="1" y="7073"/>
                    <a:pt x="534" y="9174"/>
                    <a:pt x="4270" y="9207"/>
                  </a:cubicBezTo>
                  <a:cubicBezTo>
                    <a:pt x="4336" y="9208"/>
                    <a:pt x="4400" y="9209"/>
                    <a:pt x="4463" y="9209"/>
                  </a:cubicBezTo>
                  <a:cubicBezTo>
                    <a:pt x="8341" y="9209"/>
                    <a:pt x="6305" y="7206"/>
                    <a:pt x="6305" y="7206"/>
                  </a:cubicBezTo>
                  <a:cubicBezTo>
                    <a:pt x="4037" y="6606"/>
                    <a:pt x="4137" y="4938"/>
                    <a:pt x="4537" y="3370"/>
                  </a:cubicBezTo>
                  <a:lnTo>
                    <a:pt x="735" y="1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3"/>
            <p:cNvSpPr/>
            <p:nvPr/>
          </p:nvSpPr>
          <p:spPr>
            <a:xfrm>
              <a:off x="4435405" y="1671441"/>
              <a:ext cx="219821" cy="151984"/>
            </a:xfrm>
            <a:custGeom>
              <a:avLst/>
              <a:gdLst/>
              <a:ahLst/>
              <a:cxnLst/>
              <a:rect l="l" t="t" r="r" b="b"/>
              <a:pathLst>
                <a:path w="8140" h="5628" extrusionOk="0">
                  <a:moveTo>
                    <a:pt x="3173" y="0"/>
                  </a:moveTo>
                  <a:cubicBezTo>
                    <a:pt x="2390" y="0"/>
                    <a:pt x="1610" y="19"/>
                    <a:pt x="834" y="57"/>
                  </a:cubicBezTo>
                  <a:cubicBezTo>
                    <a:pt x="534" y="57"/>
                    <a:pt x="234" y="90"/>
                    <a:pt x="0" y="90"/>
                  </a:cubicBezTo>
                  <a:cubicBezTo>
                    <a:pt x="1401" y="2458"/>
                    <a:pt x="6905" y="5627"/>
                    <a:pt x="6905" y="5627"/>
                  </a:cubicBezTo>
                  <a:cubicBezTo>
                    <a:pt x="8139" y="3492"/>
                    <a:pt x="8006" y="1157"/>
                    <a:pt x="7539" y="223"/>
                  </a:cubicBezTo>
                  <a:lnTo>
                    <a:pt x="7105" y="157"/>
                  </a:lnTo>
                  <a:cubicBezTo>
                    <a:pt x="5792" y="52"/>
                    <a:pt x="4478" y="0"/>
                    <a:pt x="3173" y="0"/>
                  </a:cubicBez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3"/>
            <p:cNvSpPr/>
            <p:nvPr/>
          </p:nvSpPr>
          <p:spPr>
            <a:xfrm>
              <a:off x="4515556" y="1518916"/>
              <a:ext cx="64002" cy="83797"/>
            </a:xfrm>
            <a:custGeom>
              <a:avLst/>
              <a:gdLst/>
              <a:ahLst/>
              <a:cxnLst/>
              <a:rect l="l" t="t" r="r" b="b"/>
              <a:pathLst>
                <a:path w="2370" h="3103" extrusionOk="0">
                  <a:moveTo>
                    <a:pt x="134" y="0"/>
                  </a:moveTo>
                  <a:cubicBezTo>
                    <a:pt x="34" y="367"/>
                    <a:pt x="1" y="734"/>
                    <a:pt x="68" y="1101"/>
                  </a:cubicBezTo>
                  <a:cubicBezTo>
                    <a:pt x="134" y="2002"/>
                    <a:pt x="1302" y="2969"/>
                    <a:pt x="2169" y="3103"/>
                  </a:cubicBezTo>
                  <a:cubicBezTo>
                    <a:pt x="2203" y="2736"/>
                    <a:pt x="2269" y="2369"/>
                    <a:pt x="2369" y="2002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rgbClr val="ED89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3"/>
            <p:cNvSpPr/>
            <p:nvPr/>
          </p:nvSpPr>
          <p:spPr>
            <a:xfrm>
              <a:off x="4400839" y="1233148"/>
              <a:ext cx="296731" cy="347284"/>
            </a:xfrm>
            <a:custGeom>
              <a:avLst/>
              <a:gdLst/>
              <a:ahLst/>
              <a:cxnLst/>
              <a:rect l="l" t="t" r="r" b="b"/>
              <a:pathLst>
                <a:path w="10988" h="12860" extrusionOk="0">
                  <a:moveTo>
                    <a:pt x="5177" y="1"/>
                  </a:moveTo>
                  <a:cubicBezTo>
                    <a:pt x="2302" y="1"/>
                    <a:pt x="0" y="2696"/>
                    <a:pt x="680" y="5679"/>
                  </a:cubicBezTo>
                  <a:cubicBezTo>
                    <a:pt x="1414" y="8981"/>
                    <a:pt x="1647" y="10382"/>
                    <a:pt x="3615" y="11850"/>
                  </a:cubicBezTo>
                  <a:cubicBezTo>
                    <a:pt x="4528" y="12543"/>
                    <a:pt x="5544" y="12859"/>
                    <a:pt x="6516" y="12859"/>
                  </a:cubicBezTo>
                  <a:cubicBezTo>
                    <a:pt x="8634" y="12859"/>
                    <a:pt x="10548" y="11359"/>
                    <a:pt x="10754" y="8981"/>
                  </a:cubicBezTo>
                  <a:cubicBezTo>
                    <a:pt x="10987" y="5846"/>
                    <a:pt x="9786" y="976"/>
                    <a:pt x="6317" y="142"/>
                  </a:cubicBezTo>
                  <a:cubicBezTo>
                    <a:pt x="5931" y="46"/>
                    <a:pt x="5549" y="1"/>
                    <a:pt x="5177" y="1"/>
                  </a:cubicBez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3"/>
            <p:cNvSpPr/>
            <p:nvPr/>
          </p:nvSpPr>
          <p:spPr>
            <a:xfrm>
              <a:off x="4340374" y="1271954"/>
              <a:ext cx="163515" cy="204239"/>
            </a:xfrm>
            <a:custGeom>
              <a:avLst/>
              <a:gdLst/>
              <a:ahLst/>
              <a:cxnLst/>
              <a:rect l="l" t="t" r="r" b="b"/>
              <a:pathLst>
                <a:path w="6055" h="7563" extrusionOk="0">
                  <a:moveTo>
                    <a:pt x="2849" y="0"/>
                  </a:moveTo>
                  <a:cubicBezTo>
                    <a:pt x="903" y="0"/>
                    <a:pt x="1230" y="2277"/>
                    <a:pt x="484" y="4742"/>
                  </a:cubicBezTo>
                  <a:cubicBezTo>
                    <a:pt x="1" y="6337"/>
                    <a:pt x="1842" y="7563"/>
                    <a:pt x="3141" y="7563"/>
                  </a:cubicBezTo>
                  <a:cubicBezTo>
                    <a:pt x="3907" y="7563"/>
                    <a:pt x="4484" y="7137"/>
                    <a:pt x="4286" y="6110"/>
                  </a:cubicBezTo>
                  <a:cubicBezTo>
                    <a:pt x="3719" y="3341"/>
                    <a:pt x="5254" y="4609"/>
                    <a:pt x="5654" y="2708"/>
                  </a:cubicBezTo>
                  <a:cubicBezTo>
                    <a:pt x="6054" y="806"/>
                    <a:pt x="4420" y="106"/>
                    <a:pt x="3019" y="6"/>
                  </a:cubicBezTo>
                  <a:cubicBezTo>
                    <a:pt x="2960" y="2"/>
                    <a:pt x="2904" y="0"/>
                    <a:pt x="2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3"/>
            <p:cNvSpPr/>
            <p:nvPr/>
          </p:nvSpPr>
          <p:spPr>
            <a:xfrm>
              <a:off x="4340779" y="1226694"/>
              <a:ext cx="333944" cy="114447"/>
            </a:xfrm>
            <a:custGeom>
              <a:avLst/>
              <a:gdLst/>
              <a:ahLst/>
              <a:cxnLst/>
              <a:rect l="l" t="t" r="r" b="b"/>
              <a:pathLst>
                <a:path w="12366" h="4238" extrusionOk="0">
                  <a:moveTo>
                    <a:pt x="7763" y="0"/>
                  </a:moveTo>
                  <a:cubicBezTo>
                    <a:pt x="4458" y="0"/>
                    <a:pt x="0" y="1884"/>
                    <a:pt x="2103" y="3816"/>
                  </a:cubicBezTo>
                  <a:cubicBezTo>
                    <a:pt x="2424" y="4116"/>
                    <a:pt x="2764" y="4237"/>
                    <a:pt x="3121" y="4237"/>
                  </a:cubicBezTo>
                  <a:cubicBezTo>
                    <a:pt x="4662" y="4237"/>
                    <a:pt x="6511" y="1968"/>
                    <a:pt x="8394" y="1968"/>
                  </a:cubicBezTo>
                  <a:cubicBezTo>
                    <a:pt x="8843" y="1968"/>
                    <a:pt x="9293" y="2096"/>
                    <a:pt x="9742" y="2415"/>
                  </a:cubicBezTo>
                  <a:cubicBezTo>
                    <a:pt x="10359" y="2849"/>
                    <a:pt x="10836" y="3023"/>
                    <a:pt x="11173" y="3023"/>
                  </a:cubicBezTo>
                  <a:cubicBezTo>
                    <a:pt x="12366" y="3023"/>
                    <a:pt x="11787" y="831"/>
                    <a:pt x="9342" y="181"/>
                  </a:cubicBezTo>
                  <a:cubicBezTo>
                    <a:pt x="8877" y="57"/>
                    <a:pt x="8338" y="0"/>
                    <a:pt x="77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3"/>
            <p:cNvSpPr/>
            <p:nvPr/>
          </p:nvSpPr>
          <p:spPr>
            <a:xfrm>
              <a:off x="4275562" y="2252186"/>
              <a:ext cx="493165" cy="1489056"/>
            </a:xfrm>
            <a:custGeom>
              <a:avLst/>
              <a:gdLst/>
              <a:ahLst/>
              <a:cxnLst/>
              <a:rect l="l" t="t" r="r" b="b"/>
              <a:pathLst>
                <a:path w="18262" h="55140" extrusionOk="0">
                  <a:moveTo>
                    <a:pt x="6653" y="0"/>
                  </a:moveTo>
                  <a:cubicBezTo>
                    <a:pt x="6653" y="0"/>
                    <a:pt x="8288" y="17346"/>
                    <a:pt x="9522" y="28888"/>
                  </a:cubicBezTo>
                  <a:cubicBezTo>
                    <a:pt x="10088" y="34320"/>
                    <a:pt x="0" y="52238"/>
                    <a:pt x="81" y="52238"/>
                  </a:cubicBezTo>
                  <a:cubicBezTo>
                    <a:pt x="81" y="52238"/>
                    <a:pt x="82" y="52238"/>
                    <a:pt x="82" y="52238"/>
                  </a:cubicBezTo>
                  <a:lnTo>
                    <a:pt x="3651" y="55140"/>
                  </a:lnTo>
                  <a:cubicBezTo>
                    <a:pt x="3651" y="55140"/>
                    <a:pt x="17461" y="41296"/>
                    <a:pt x="17894" y="30455"/>
                  </a:cubicBezTo>
                  <a:cubicBezTo>
                    <a:pt x="18261" y="20048"/>
                    <a:pt x="16794" y="200"/>
                    <a:pt x="16794" y="200"/>
                  </a:cubicBezTo>
                  <a:lnTo>
                    <a:pt x="66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3"/>
            <p:cNvSpPr/>
            <p:nvPr/>
          </p:nvSpPr>
          <p:spPr>
            <a:xfrm>
              <a:off x="4275562" y="2252186"/>
              <a:ext cx="493165" cy="1489056"/>
            </a:xfrm>
            <a:custGeom>
              <a:avLst/>
              <a:gdLst/>
              <a:ahLst/>
              <a:cxnLst/>
              <a:rect l="l" t="t" r="r" b="b"/>
              <a:pathLst>
                <a:path w="18262" h="55140" extrusionOk="0">
                  <a:moveTo>
                    <a:pt x="6653" y="0"/>
                  </a:moveTo>
                  <a:cubicBezTo>
                    <a:pt x="6653" y="0"/>
                    <a:pt x="8288" y="17346"/>
                    <a:pt x="9522" y="28888"/>
                  </a:cubicBezTo>
                  <a:cubicBezTo>
                    <a:pt x="10088" y="34320"/>
                    <a:pt x="0" y="52238"/>
                    <a:pt x="81" y="52238"/>
                  </a:cubicBezTo>
                  <a:cubicBezTo>
                    <a:pt x="81" y="52238"/>
                    <a:pt x="82" y="52238"/>
                    <a:pt x="82" y="52238"/>
                  </a:cubicBezTo>
                  <a:lnTo>
                    <a:pt x="3651" y="55140"/>
                  </a:lnTo>
                  <a:cubicBezTo>
                    <a:pt x="3651" y="55140"/>
                    <a:pt x="17461" y="41296"/>
                    <a:pt x="17894" y="30455"/>
                  </a:cubicBezTo>
                  <a:cubicBezTo>
                    <a:pt x="18261" y="20048"/>
                    <a:pt x="16794" y="200"/>
                    <a:pt x="16794" y="200"/>
                  </a:cubicBezTo>
                  <a:lnTo>
                    <a:pt x="66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3"/>
            <p:cNvSpPr/>
            <p:nvPr/>
          </p:nvSpPr>
          <p:spPr>
            <a:xfrm>
              <a:off x="4252527" y="3633121"/>
              <a:ext cx="158573" cy="125249"/>
            </a:xfrm>
            <a:custGeom>
              <a:avLst/>
              <a:gdLst/>
              <a:ahLst/>
              <a:cxnLst/>
              <a:rect l="l" t="t" r="r" b="b"/>
              <a:pathLst>
                <a:path w="5872" h="4638" extrusionOk="0">
                  <a:moveTo>
                    <a:pt x="835" y="1"/>
                  </a:moveTo>
                  <a:lnTo>
                    <a:pt x="1" y="1769"/>
                  </a:lnTo>
                  <a:lnTo>
                    <a:pt x="4637" y="4638"/>
                  </a:lnTo>
                  <a:lnTo>
                    <a:pt x="5872" y="3370"/>
                  </a:lnTo>
                  <a:lnTo>
                    <a:pt x="8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3"/>
            <p:cNvSpPr/>
            <p:nvPr/>
          </p:nvSpPr>
          <p:spPr>
            <a:xfrm>
              <a:off x="4472321" y="2400499"/>
              <a:ext cx="179286" cy="612905"/>
            </a:xfrm>
            <a:custGeom>
              <a:avLst/>
              <a:gdLst/>
              <a:ahLst/>
              <a:cxnLst/>
              <a:rect l="l" t="t" r="r" b="b"/>
              <a:pathLst>
                <a:path w="6639" h="22696" extrusionOk="0">
                  <a:moveTo>
                    <a:pt x="1056" y="0"/>
                  </a:moveTo>
                  <a:cubicBezTo>
                    <a:pt x="651" y="0"/>
                    <a:pt x="302" y="344"/>
                    <a:pt x="1" y="946"/>
                  </a:cubicBezTo>
                  <a:cubicBezTo>
                    <a:pt x="568" y="6850"/>
                    <a:pt x="1435" y="15723"/>
                    <a:pt x="2169" y="22695"/>
                  </a:cubicBezTo>
                  <a:cubicBezTo>
                    <a:pt x="3804" y="17591"/>
                    <a:pt x="6639" y="8352"/>
                    <a:pt x="2803" y="1680"/>
                  </a:cubicBezTo>
                  <a:cubicBezTo>
                    <a:pt x="2126" y="509"/>
                    <a:pt x="1549" y="0"/>
                    <a:pt x="1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3"/>
            <p:cNvSpPr/>
            <p:nvPr/>
          </p:nvSpPr>
          <p:spPr>
            <a:xfrm>
              <a:off x="3629168" y="3169200"/>
              <a:ext cx="243234" cy="123440"/>
            </a:xfrm>
            <a:custGeom>
              <a:avLst/>
              <a:gdLst/>
              <a:ahLst/>
              <a:cxnLst/>
              <a:rect l="l" t="t" r="r" b="b"/>
              <a:pathLst>
                <a:path w="9007" h="4571" extrusionOk="0">
                  <a:moveTo>
                    <a:pt x="7906" y="1"/>
                  </a:moveTo>
                  <a:lnTo>
                    <a:pt x="1" y="1335"/>
                  </a:lnTo>
                  <a:lnTo>
                    <a:pt x="1101" y="4571"/>
                  </a:lnTo>
                  <a:lnTo>
                    <a:pt x="9007" y="3237"/>
                  </a:lnTo>
                  <a:lnTo>
                    <a:pt x="7906" y="1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3"/>
            <p:cNvSpPr/>
            <p:nvPr/>
          </p:nvSpPr>
          <p:spPr>
            <a:xfrm>
              <a:off x="3569811" y="3176329"/>
              <a:ext cx="122441" cy="292626"/>
            </a:xfrm>
            <a:custGeom>
              <a:avLst/>
              <a:gdLst/>
              <a:ahLst/>
              <a:cxnLst/>
              <a:rect l="l" t="t" r="r" b="b"/>
              <a:pathLst>
                <a:path w="4534" h="10836" extrusionOk="0">
                  <a:moveTo>
                    <a:pt x="541" y="1"/>
                  </a:moveTo>
                  <a:cubicBezTo>
                    <a:pt x="235" y="1"/>
                    <a:pt x="1" y="256"/>
                    <a:pt x="64" y="571"/>
                  </a:cubicBezTo>
                  <a:cubicBezTo>
                    <a:pt x="264" y="1872"/>
                    <a:pt x="431" y="2506"/>
                    <a:pt x="664" y="4207"/>
                  </a:cubicBezTo>
                  <a:cubicBezTo>
                    <a:pt x="831" y="5207"/>
                    <a:pt x="1131" y="8176"/>
                    <a:pt x="1331" y="9577"/>
                  </a:cubicBezTo>
                  <a:cubicBezTo>
                    <a:pt x="1456" y="10473"/>
                    <a:pt x="2062" y="10835"/>
                    <a:pt x="2508" y="10835"/>
                  </a:cubicBezTo>
                  <a:cubicBezTo>
                    <a:pt x="2776" y="10835"/>
                    <a:pt x="2987" y="10704"/>
                    <a:pt x="2999" y="10478"/>
                  </a:cubicBezTo>
                  <a:cubicBezTo>
                    <a:pt x="3199" y="7809"/>
                    <a:pt x="3733" y="5941"/>
                    <a:pt x="4367" y="5041"/>
                  </a:cubicBezTo>
                  <a:cubicBezTo>
                    <a:pt x="4500" y="4874"/>
                    <a:pt x="4534" y="4674"/>
                    <a:pt x="4534" y="4474"/>
                  </a:cubicBezTo>
                  <a:lnTo>
                    <a:pt x="3966" y="671"/>
                  </a:lnTo>
                  <a:cubicBezTo>
                    <a:pt x="3966" y="537"/>
                    <a:pt x="3833" y="404"/>
                    <a:pt x="3700" y="404"/>
                  </a:cubicBezTo>
                  <a:lnTo>
                    <a:pt x="597" y="4"/>
                  </a:lnTo>
                  <a:cubicBezTo>
                    <a:pt x="578" y="2"/>
                    <a:pt x="560" y="1"/>
                    <a:pt x="5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3"/>
            <p:cNvSpPr/>
            <p:nvPr/>
          </p:nvSpPr>
          <p:spPr>
            <a:xfrm>
              <a:off x="3732760" y="3169200"/>
              <a:ext cx="139643" cy="106346"/>
            </a:xfrm>
            <a:custGeom>
              <a:avLst/>
              <a:gdLst/>
              <a:ahLst/>
              <a:cxnLst/>
              <a:rect l="l" t="t" r="r" b="b"/>
              <a:pathLst>
                <a:path w="5171" h="3938" extrusionOk="0">
                  <a:moveTo>
                    <a:pt x="4070" y="1"/>
                  </a:moveTo>
                  <a:lnTo>
                    <a:pt x="1" y="701"/>
                  </a:lnTo>
                  <a:lnTo>
                    <a:pt x="1101" y="3937"/>
                  </a:lnTo>
                  <a:lnTo>
                    <a:pt x="5171" y="3237"/>
                  </a:lnTo>
                  <a:lnTo>
                    <a:pt x="4070" y="1"/>
                  </a:lnTo>
                  <a:close/>
                </a:path>
              </a:pathLst>
            </a:custGeom>
            <a:solidFill>
              <a:srgbClr val="ED89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3"/>
            <p:cNvSpPr/>
            <p:nvPr/>
          </p:nvSpPr>
          <p:spPr>
            <a:xfrm>
              <a:off x="3738161" y="2252186"/>
              <a:ext cx="888221" cy="1026946"/>
            </a:xfrm>
            <a:custGeom>
              <a:avLst/>
              <a:gdLst/>
              <a:ahLst/>
              <a:cxnLst/>
              <a:rect l="l" t="t" r="r" b="b"/>
              <a:pathLst>
                <a:path w="32891" h="38028" extrusionOk="0">
                  <a:moveTo>
                    <a:pt x="22750" y="0"/>
                  </a:moveTo>
                  <a:cubicBezTo>
                    <a:pt x="22750" y="0"/>
                    <a:pt x="21383" y="11675"/>
                    <a:pt x="19214" y="22650"/>
                  </a:cubicBezTo>
                  <a:cubicBezTo>
                    <a:pt x="19014" y="23651"/>
                    <a:pt x="18280" y="24484"/>
                    <a:pt x="17346" y="24851"/>
                  </a:cubicBezTo>
                  <a:cubicBezTo>
                    <a:pt x="13010" y="26453"/>
                    <a:pt x="1" y="33858"/>
                    <a:pt x="301" y="33858"/>
                  </a:cubicBezTo>
                  <a:lnTo>
                    <a:pt x="2269" y="38027"/>
                  </a:lnTo>
                  <a:cubicBezTo>
                    <a:pt x="2269" y="38027"/>
                    <a:pt x="24652" y="32423"/>
                    <a:pt x="26553" y="28287"/>
                  </a:cubicBezTo>
                  <a:cubicBezTo>
                    <a:pt x="30990" y="18747"/>
                    <a:pt x="32891" y="167"/>
                    <a:pt x="32891" y="167"/>
                  </a:cubicBezTo>
                  <a:lnTo>
                    <a:pt x="227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3"/>
            <p:cNvSpPr/>
            <p:nvPr/>
          </p:nvSpPr>
          <p:spPr>
            <a:xfrm>
              <a:off x="3738161" y="2252186"/>
              <a:ext cx="888221" cy="1026946"/>
            </a:xfrm>
            <a:custGeom>
              <a:avLst/>
              <a:gdLst/>
              <a:ahLst/>
              <a:cxnLst/>
              <a:rect l="l" t="t" r="r" b="b"/>
              <a:pathLst>
                <a:path w="32891" h="38028" extrusionOk="0">
                  <a:moveTo>
                    <a:pt x="22750" y="0"/>
                  </a:moveTo>
                  <a:cubicBezTo>
                    <a:pt x="22750" y="0"/>
                    <a:pt x="21383" y="11675"/>
                    <a:pt x="19214" y="22650"/>
                  </a:cubicBezTo>
                  <a:cubicBezTo>
                    <a:pt x="19014" y="23651"/>
                    <a:pt x="18280" y="24484"/>
                    <a:pt x="17346" y="24851"/>
                  </a:cubicBezTo>
                  <a:cubicBezTo>
                    <a:pt x="13010" y="26453"/>
                    <a:pt x="1" y="33858"/>
                    <a:pt x="301" y="33858"/>
                  </a:cubicBezTo>
                  <a:lnTo>
                    <a:pt x="2269" y="38027"/>
                  </a:lnTo>
                  <a:cubicBezTo>
                    <a:pt x="2269" y="38027"/>
                    <a:pt x="24652" y="32423"/>
                    <a:pt x="26553" y="28287"/>
                  </a:cubicBezTo>
                  <a:cubicBezTo>
                    <a:pt x="30990" y="18747"/>
                    <a:pt x="32891" y="167"/>
                    <a:pt x="32891" y="167"/>
                  </a:cubicBezTo>
                  <a:lnTo>
                    <a:pt x="227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3"/>
            <p:cNvSpPr/>
            <p:nvPr/>
          </p:nvSpPr>
          <p:spPr>
            <a:xfrm>
              <a:off x="3739079" y="3132284"/>
              <a:ext cx="95490" cy="163056"/>
            </a:xfrm>
            <a:custGeom>
              <a:avLst/>
              <a:gdLst/>
              <a:ahLst/>
              <a:cxnLst/>
              <a:rect l="l" t="t" r="r" b="b"/>
              <a:pathLst>
                <a:path w="3536" h="6038" extrusionOk="0">
                  <a:moveTo>
                    <a:pt x="1768" y="0"/>
                  </a:moveTo>
                  <a:lnTo>
                    <a:pt x="0" y="868"/>
                  </a:lnTo>
                  <a:lnTo>
                    <a:pt x="1701" y="6005"/>
                  </a:lnTo>
                  <a:lnTo>
                    <a:pt x="3536" y="6038"/>
                  </a:lnTo>
                  <a:lnTo>
                    <a:pt x="17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3"/>
            <p:cNvSpPr/>
            <p:nvPr/>
          </p:nvSpPr>
          <p:spPr>
            <a:xfrm>
              <a:off x="3678723" y="3301633"/>
              <a:ext cx="32460" cy="56116"/>
            </a:xfrm>
            <a:custGeom>
              <a:avLst/>
              <a:gdLst/>
              <a:ahLst/>
              <a:cxnLst/>
              <a:rect l="l" t="t" r="r" b="b"/>
              <a:pathLst>
                <a:path w="1202" h="2078" extrusionOk="0">
                  <a:moveTo>
                    <a:pt x="200" y="301"/>
                  </a:moveTo>
                  <a:lnTo>
                    <a:pt x="200" y="301"/>
                  </a:lnTo>
                  <a:cubicBezTo>
                    <a:pt x="501" y="734"/>
                    <a:pt x="701" y="1201"/>
                    <a:pt x="867" y="1702"/>
                  </a:cubicBezTo>
                  <a:cubicBezTo>
                    <a:pt x="867" y="1735"/>
                    <a:pt x="867" y="1802"/>
                    <a:pt x="867" y="1835"/>
                  </a:cubicBezTo>
                  <a:cubicBezTo>
                    <a:pt x="867" y="1868"/>
                    <a:pt x="834" y="1902"/>
                    <a:pt x="801" y="1902"/>
                  </a:cubicBezTo>
                  <a:cubicBezTo>
                    <a:pt x="701" y="1902"/>
                    <a:pt x="601" y="1868"/>
                    <a:pt x="501" y="1802"/>
                  </a:cubicBezTo>
                  <a:cubicBezTo>
                    <a:pt x="300" y="1602"/>
                    <a:pt x="167" y="1068"/>
                    <a:pt x="200" y="301"/>
                  </a:cubicBezTo>
                  <a:close/>
                  <a:moveTo>
                    <a:pt x="100" y="0"/>
                  </a:moveTo>
                  <a:cubicBezTo>
                    <a:pt x="67" y="0"/>
                    <a:pt x="34" y="34"/>
                    <a:pt x="34" y="67"/>
                  </a:cubicBezTo>
                  <a:cubicBezTo>
                    <a:pt x="0" y="401"/>
                    <a:pt x="34" y="768"/>
                    <a:pt x="67" y="1101"/>
                  </a:cubicBezTo>
                  <a:cubicBezTo>
                    <a:pt x="67" y="1401"/>
                    <a:pt x="200" y="1702"/>
                    <a:pt x="400" y="1935"/>
                  </a:cubicBezTo>
                  <a:cubicBezTo>
                    <a:pt x="483" y="2017"/>
                    <a:pt x="610" y="2077"/>
                    <a:pt x="727" y="2077"/>
                  </a:cubicBezTo>
                  <a:cubicBezTo>
                    <a:pt x="752" y="2077"/>
                    <a:pt x="777" y="2074"/>
                    <a:pt x="801" y="2069"/>
                  </a:cubicBezTo>
                  <a:cubicBezTo>
                    <a:pt x="901" y="2069"/>
                    <a:pt x="968" y="2002"/>
                    <a:pt x="1001" y="1935"/>
                  </a:cubicBezTo>
                  <a:cubicBezTo>
                    <a:pt x="1201" y="1535"/>
                    <a:pt x="300" y="167"/>
                    <a:pt x="167" y="34"/>
                  </a:cubicBezTo>
                  <a:cubicBezTo>
                    <a:pt x="167" y="0"/>
                    <a:pt x="134" y="0"/>
                    <a:pt x="1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3"/>
            <p:cNvSpPr/>
            <p:nvPr/>
          </p:nvSpPr>
          <p:spPr>
            <a:xfrm>
              <a:off x="3679614" y="3300742"/>
              <a:ext cx="45071" cy="34350"/>
            </a:xfrm>
            <a:custGeom>
              <a:avLst/>
              <a:gdLst/>
              <a:ahLst/>
              <a:cxnLst/>
              <a:rect l="l" t="t" r="r" b="b"/>
              <a:pathLst>
                <a:path w="1669" h="1272" extrusionOk="0">
                  <a:moveTo>
                    <a:pt x="234" y="200"/>
                  </a:moveTo>
                  <a:lnTo>
                    <a:pt x="234" y="200"/>
                  </a:lnTo>
                  <a:cubicBezTo>
                    <a:pt x="634" y="234"/>
                    <a:pt x="1035" y="367"/>
                    <a:pt x="1368" y="600"/>
                  </a:cubicBezTo>
                  <a:cubicBezTo>
                    <a:pt x="1435" y="667"/>
                    <a:pt x="1468" y="767"/>
                    <a:pt x="1502" y="867"/>
                  </a:cubicBezTo>
                  <a:lnTo>
                    <a:pt x="1502" y="901"/>
                  </a:lnTo>
                  <a:lnTo>
                    <a:pt x="1502" y="934"/>
                  </a:lnTo>
                  <a:cubicBezTo>
                    <a:pt x="1502" y="1067"/>
                    <a:pt x="1468" y="1101"/>
                    <a:pt x="1435" y="1101"/>
                  </a:cubicBezTo>
                  <a:cubicBezTo>
                    <a:pt x="1428" y="1102"/>
                    <a:pt x="1420" y="1102"/>
                    <a:pt x="1413" y="1102"/>
                  </a:cubicBezTo>
                  <a:cubicBezTo>
                    <a:pt x="1162" y="1102"/>
                    <a:pt x="525" y="588"/>
                    <a:pt x="234" y="200"/>
                  </a:cubicBezTo>
                  <a:close/>
                  <a:moveTo>
                    <a:pt x="67" y="0"/>
                  </a:moveTo>
                  <a:cubicBezTo>
                    <a:pt x="34" y="0"/>
                    <a:pt x="1" y="33"/>
                    <a:pt x="1" y="33"/>
                  </a:cubicBezTo>
                  <a:cubicBezTo>
                    <a:pt x="1" y="67"/>
                    <a:pt x="1" y="100"/>
                    <a:pt x="1" y="100"/>
                  </a:cubicBezTo>
                  <a:lnTo>
                    <a:pt x="1" y="133"/>
                  </a:lnTo>
                  <a:cubicBezTo>
                    <a:pt x="225" y="518"/>
                    <a:pt x="1034" y="1272"/>
                    <a:pt x="1422" y="1272"/>
                  </a:cubicBezTo>
                  <a:cubicBezTo>
                    <a:pt x="1438" y="1272"/>
                    <a:pt x="1454" y="1270"/>
                    <a:pt x="1468" y="1268"/>
                  </a:cubicBezTo>
                  <a:cubicBezTo>
                    <a:pt x="1568" y="1268"/>
                    <a:pt x="1668" y="1168"/>
                    <a:pt x="1668" y="934"/>
                  </a:cubicBezTo>
                  <a:cubicBezTo>
                    <a:pt x="1668" y="767"/>
                    <a:pt x="1568" y="634"/>
                    <a:pt x="1468" y="500"/>
                  </a:cubicBezTo>
                  <a:cubicBezTo>
                    <a:pt x="1035" y="100"/>
                    <a:pt x="101" y="33"/>
                    <a:pt x="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3"/>
            <p:cNvSpPr/>
            <p:nvPr/>
          </p:nvSpPr>
          <p:spPr>
            <a:xfrm>
              <a:off x="4575021" y="1373790"/>
              <a:ext cx="19849" cy="26330"/>
            </a:xfrm>
            <a:custGeom>
              <a:avLst/>
              <a:gdLst/>
              <a:ahLst/>
              <a:cxnLst/>
              <a:rect l="l" t="t" r="r" b="b"/>
              <a:pathLst>
                <a:path w="735" h="975" extrusionOk="0">
                  <a:moveTo>
                    <a:pt x="337" y="0"/>
                  </a:moveTo>
                  <a:cubicBezTo>
                    <a:pt x="325" y="0"/>
                    <a:pt x="313" y="2"/>
                    <a:pt x="301" y="4"/>
                  </a:cubicBezTo>
                  <a:cubicBezTo>
                    <a:pt x="101" y="4"/>
                    <a:pt x="1" y="271"/>
                    <a:pt x="34" y="538"/>
                  </a:cubicBezTo>
                  <a:cubicBezTo>
                    <a:pt x="65" y="785"/>
                    <a:pt x="239" y="975"/>
                    <a:pt x="397" y="975"/>
                  </a:cubicBezTo>
                  <a:cubicBezTo>
                    <a:pt x="410" y="975"/>
                    <a:pt x="422" y="974"/>
                    <a:pt x="434" y="971"/>
                  </a:cubicBezTo>
                  <a:cubicBezTo>
                    <a:pt x="601" y="938"/>
                    <a:pt x="734" y="704"/>
                    <a:pt x="668" y="438"/>
                  </a:cubicBezTo>
                  <a:cubicBezTo>
                    <a:pt x="637" y="190"/>
                    <a:pt x="491" y="0"/>
                    <a:pt x="3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3"/>
            <p:cNvSpPr/>
            <p:nvPr/>
          </p:nvSpPr>
          <p:spPr>
            <a:xfrm>
              <a:off x="4657900" y="1360369"/>
              <a:ext cx="19849" cy="27140"/>
            </a:xfrm>
            <a:custGeom>
              <a:avLst/>
              <a:gdLst/>
              <a:ahLst/>
              <a:cxnLst/>
              <a:rect l="l" t="t" r="r" b="b"/>
              <a:pathLst>
                <a:path w="735" h="1005" extrusionOk="0">
                  <a:moveTo>
                    <a:pt x="301" y="1"/>
                  </a:moveTo>
                  <a:cubicBezTo>
                    <a:pt x="100" y="34"/>
                    <a:pt x="0" y="301"/>
                    <a:pt x="34" y="568"/>
                  </a:cubicBezTo>
                  <a:cubicBezTo>
                    <a:pt x="96" y="815"/>
                    <a:pt x="243" y="1005"/>
                    <a:pt x="424" y="1005"/>
                  </a:cubicBezTo>
                  <a:cubicBezTo>
                    <a:pt x="438" y="1005"/>
                    <a:pt x="453" y="1004"/>
                    <a:pt x="467" y="1001"/>
                  </a:cubicBezTo>
                  <a:cubicBezTo>
                    <a:pt x="668" y="968"/>
                    <a:pt x="734" y="734"/>
                    <a:pt x="701" y="468"/>
                  </a:cubicBezTo>
                  <a:cubicBezTo>
                    <a:pt x="668" y="201"/>
                    <a:pt x="501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3"/>
            <p:cNvSpPr/>
            <p:nvPr/>
          </p:nvSpPr>
          <p:spPr>
            <a:xfrm>
              <a:off x="4663301" y="1354077"/>
              <a:ext cx="17148" cy="9236"/>
            </a:xfrm>
            <a:custGeom>
              <a:avLst/>
              <a:gdLst/>
              <a:ahLst/>
              <a:cxnLst/>
              <a:rect l="l" t="t" r="r" b="b"/>
              <a:pathLst>
                <a:path w="635" h="342" extrusionOk="0">
                  <a:moveTo>
                    <a:pt x="634" y="0"/>
                  </a:moveTo>
                  <a:lnTo>
                    <a:pt x="1" y="267"/>
                  </a:lnTo>
                  <a:cubicBezTo>
                    <a:pt x="74" y="320"/>
                    <a:pt x="143" y="342"/>
                    <a:pt x="207" y="342"/>
                  </a:cubicBezTo>
                  <a:cubicBezTo>
                    <a:pt x="464" y="342"/>
                    <a:pt x="634" y="0"/>
                    <a:pt x="6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3"/>
            <p:cNvSpPr/>
            <p:nvPr/>
          </p:nvSpPr>
          <p:spPr>
            <a:xfrm>
              <a:off x="4626358" y="1392802"/>
              <a:ext cx="34269" cy="51499"/>
            </a:xfrm>
            <a:custGeom>
              <a:avLst/>
              <a:gdLst/>
              <a:ahLst/>
              <a:cxnLst/>
              <a:rect l="l" t="t" r="r" b="b"/>
              <a:pathLst>
                <a:path w="1269" h="1907" extrusionOk="0">
                  <a:moveTo>
                    <a:pt x="1" y="0"/>
                  </a:moveTo>
                  <a:lnTo>
                    <a:pt x="301" y="1902"/>
                  </a:lnTo>
                  <a:cubicBezTo>
                    <a:pt x="339" y="1905"/>
                    <a:pt x="376" y="1907"/>
                    <a:pt x="412" y="1907"/>
                  </a:cubicBezTo>
                  <a:cubicBezTo>
                    <a:pt x="735" y="1907"/>
                    <a:pt x="1029" y="1778"/>
                    <a:pt x="1268" y="1568"/>
                  </a:cubicBezTo>
                  <a:cubicBezTo>
                    <a:pt x="768" y="1101"/>
                    <a:pt x="334" y="568"/>
                    <a:pt x="1" y="0"/>
                  </a:cubicBezTo>
                  <a:close/>
                </a:path>
              </a:pathLst>
            </a:custGeom>
            <a:solidFill>
              <a:srgbClr val="ED89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3"/>
            <p:cNvSpPr/>
            <p:nvPr/>
          </p:nvSpPr>
          <p:spPr>
            <a:xfrm>
              <a:off x="4553822" y="1457965"/>
              <a:ext cx="58169" cy="21334"/>
            </a:xfrm>
            <a:custGeom>
              <a:avLst/>
              <a:gdLst/>
              <a:ahLst/>
              <a:cxnLst/>
              <a:rect l="l" t="t" r="r" b="b"/>
              <a:pathLst>
                <a:path w="2154" h="790" extrusionOk="0">
                  <a:moveTo>
                    <a:pt x="117" y="1"/>
                  </a:moveTo>
                  <a:cubicBezTo>
                    <a:pt x="48" y="1"/>
                    <a:pt x="0" y="71"/>
                    <a:pt x="52" y="123"/>
                  </a:cubicBezTo>
                  <a:cubicBezTo>
                    <a:pt x="485" y="556"/>
                    <a:pt x="1052" y="790"/>
                    <a:pt x="1653" y="790"/>
                  </a:cubicBezTo>
                  <a:cubicBezTo>
                    <a:pt x="1820" y="790"/>
                    <a:pt x="1953" y="790"/>
                    <a:pt x="2086" y="756"/>
                  </a:cubicBezTo>
                  <a:cubicBezTo>
                    <a:pt x="2120" y="756"/>
                    <a:pt x="2153" y="723"/>
                    <a:pt x="2153" y="656"/>
                  </a:cubicBezTo>
                  <a:cubicBezTo>
                    <a:pt x="2153" y="623"/>
                    <a:pt x="2086" y="590"/>
                    <a:pt x="2053" y="590"/>
                  </a:cubicBezTo>
                  <a:cubicBezTo>
                    <a:pt x="1928" y="615"/>
                    <a:pt x="1801" y="627"/>
                    <a:pt x="1674" y="627"/>
                  </a:cubicBezTo>
                  <a:cubicBezTo>
                    <a:pt x="1129" y="627"/>
                    <a:pt x="591" y="402"/>
                    <a:pt x="185" y="23"/>
                  </a:cubicBezTo>
                  <a:cubicBezTo>
                    <a:pt x="162" y="7"/>
                    <a:pt x="139" y="1"/>
                    <a:pt x="1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3"/>
            <p:cNvSpPr/>
            <p:nvPr/>
          </p:nvSpPr>
          <p:spPr>
            <a:xfrm>
              <a:off x="4395762" y="1426829"/>
              <a:ext cx="84823" cy="78855"/>
            </a:xfrm>
            <a:custGeom>
              <a:avLst/>
              <a:gdLst/>
              <a:ahLst/>
              <a:cxnLst/>
              <a:rect l="l" t="t" r="r" b="b"/>
              <a:pathLst>
                <a:path w="3141" h="2920" extrusionOk="0">
                  <a:moveTo>
                    <a:pt x="1325" y="1"/>
                  </a:moveTo>
                  <a:cubicBezTo>
                    <a:pt x="1284" y="1"/>
                    <a:pt x="1243" y="3"/>
                    <a:pt x="1201" y="8"/>
                  </a:cubicBezTo>
                  <a:cubicBezTo>
                    <a:pt x="401" y="108"/>
                    <a:pt x="0" y="1009"/>
                    <a:pt x="434" y="1709"/>
                  </a:cubicBezTo>
                  <a:cubicBezTo>
                    <a:pt x="768" y="2276"/>
                    <a:pt x="1301" y="2677"/>
                    <a:pt x="1935" y="2877"/>
                  </a:cubicBezTo>
                  <a:cubicBezTo>
                    <a:pt x="2039" y="2906"/>
                    <a:pt x="2136" y="2919"/>
                    <a:pt x="2226" y="2919"/>
                  </a:cubicBezTo>
                  <a:cubicBezTo>
                    <a:pt x="2859" y="2919"/>
                    <a:pt x="3140" y="2248"/>
                    <a:pt x="2936" y="1576"/>
                  </a:cubicBezTo>
                  <a:cubicBezTo>
                    <a:pt x="2746" y="879"/>
                    <a:pt x="2104" y="1"/>
                    <a:pt x="1325" y="1"/>
                  </a:cubicBez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3"/>
            <p:cNvSpPr/>
            <p:nvPr/>
          </p:nvSpPr>
          <p:spPr>
            <a:xfrm>
              <a:off x="4526385" y="1337523"/>
              <a:ext cx="44153" cy="39103"/>
            </a:xfrm>
            <a:custGeom>
              <a:avLst/>
              <a:gdLst/>
              <a:ahLst/>
              <a:cxnLst/>
              <a:rect l="l" t="t" r="r" b="b"/>
              <a:pathLst>
                <a:path w="1635" h="1448" extrusionOk="0">
                  <a:moveTo>
                    <a:pt x="1456" y="0"/>
                  </a:moveTo>
                  <a:cubicBezTo>
                    <a:pt x="1437" y="0"/>
                    <a:pt x="1418" y="4"/>
                    <a:pt x="1401" y="13"/>
                  </a:cubicBezTo>
                  <a:cubicBezTo>
                    <a:pt x="1335" y="13"/>
                    <a:pt x="300" y="346"/>
                    <a:pt x="34" y="1214"/>
                  </a:cubicBezTo>
                  <a:cubicBezTo>
                    <a:pt x="0" y="1314"/>
                    <a:pt x="34" y="1380"/>
                    <a:pt x="134" y="1414"/>
                  </a:cubicBezTo>
                  <a:cubicBezTo>
                    <a:pt x="134" y="1414"/>
                    <a:pt x="167" y="1447"/>
                    <a:pt x="167" y="1447"/>
                  </a:cubicBezTo>
                  <a:cubicBezTo>
                    <a:pt x="234" y="1414"/>
                    <a:pt x="300" y="1380"/>
                    <a:pt x="334" y="1314"/>
                  </a:cubicBezTo>
                  <a:cubicBezTo>
                    <a:pt x="567" y="613"/>
                    <a:pt x="1468" y="313"/>
                    <a:pt x="1501" y="313"/>
                  </a:cubicBezTo>
                  <a:cubicBezTo>
                    <a:pt x="1568" y="280"/>
                    <a:pt x="1635" y="213"/>
                    <a:pt x="1601" y="113"/>
                  </a:cubicBezTo>
                  <a:cubicBezTo>
                    <a:pt x="1576" y="38"/>
                    <a:pt x="1514" y="0"/>
                    <a:pt x="1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3"/>
            <p:cNvSpPr/>
            <p:nvPr/>
          </p:nvSpPr>
          <p:spPr>
            <a:xfrm>
              <a:off x="4627951" y="1318241"/>
              <a:ext cx="47097" cy="15123"/>
            </a:xfrm>
            <a:custGeom>
              <a:avLst/>
              <a:gdLst/>
              <a:ahLst/>
              <a:cxnLst/>
              <a:rect l="l" t="t" r="r" b="b"/>
              <a:pathLst>
                <a:path w="1744" h="560" extrusionOk="0">
                  <a:moveTo>
                    <a:pt x="760" y="0"/>
                  </a:moveTo>
                  <a:cubicBezTo>
                    <a:pt x="548" y="0"/>
                    <a:pt x="336" y="43"/>
                    <a:pt x="142" y="126"/>
                  </a:cubicBezTo>
                  <a:cubicBezTo>
                    <a:pt x="1" y="211"/>
                    <a:pt x="51" y="415"/>
                    <a:pt x="191" y="415"/>
                  </a:cubicBezTo>
                  <a:cubicBezTo>
                    <a:pt x="216" y="415"/>
                    <a:pt x="245" y="408"/>
                    <a:pt x="275" y="393"/>
                  </a:cubicBezTo>
                  <a:cubicBezTo>
                    <a:pt x="430" y="342"/>
                    <a:pt x="589" y="315"/>
                    <a:pt x="745" y="315"/>
                  </a:cubicBezTo>
                  <a:cubicBezTo>
                    <a:pt x="995" y="315"/>
                    <a:pt x="1238" y="383"/>
                    <a:pt x="1443" y="527"/>
                  </a:cubicBezTo>
                  <a:cubicBezTo>
                    <a:pt x="1476" y="527"/>
                    <a:pt x="1510" y="560"/>
                    <a:pt x="1543" y="560"/>
                  </a:cubicBezTo>
                  <a:cubicBezTo>
                    <a:pt x="1676" y="527"/>
                    <a:pt x="1743" y="326"/>
                    <a:pt x="1610" y="260"/>
                  </a:cubicBezTo>
                  <a:cubicBezTo>
                    <a:pt x="1357" y="84"/>
                    <a:pt x="1058" y="0"/>
                    <a:pt x="7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3"/>
            <p:cNvSpPr/>
            <p:nvPr/>
          </p:nvSpPr>
          <p:spPr>
            <a:xfrm>
              <a:off x="4062465" y="1749513"/>
              <a:ext cx="276558" cy="597270"/>
            </a:xfrm>
            <a:custGeom>
              <a:avLst/>
              <a:gdLst/>
              <a:ahLst/>
              <a:cxnLst/>
              <a:rect l="l" t="t" r="r" b="b"/>
              <a:pathLst>
                <a:path w="10241" h="22117" extrusionOk="0">
                  <a:moveTo>
                    <a:pt x="7739" y="1"/>
                  </a:moveTo>
                  <a:cubicBezTo>
                    <a:pt x="6338" y="1435"/>
                    <a:pt x="5004" y="2970"/>
                    <a:pt x="3803" y="4571"/>
                  </a:cubicBezTo>
                  <a:cubicBezTo>
                    <a:pt x="3203" y="5405"/>
                    <a:pt x="2602" y="6205"/>
                    <a:pt x="2068" y="7073"/>
                  </a:cubicBezTo>
                  <a:cubicBezTo>
                    <a:pt x="1501" y="7940"/>
                    <a:pt x="1001" y="8874"/>
                    <a:pt x="567" y="9808"/>
                  </a:cubicBezTo>
                  <a:lnTo>
                    <a:pt x="401" y="10142"/>
                  </a:lnTo>
                  <a:cubicBezTo>
                    <a:pt x="367" y="10208"/>
                    <a:pt x="334" y="10242"/>
                    <a:pt x="301" y="10375"/>
                  </a:cubicBezTo>
                  <a:cubicBezTo>
                    <a:pt x="234" y="10475"/>
                    <a:pt x="200" y="10609"/>
                    <a:pt x="167" y="10709"/>
                  </a:cubicBezTo>
                  <a:cubicBezTo>
                    <a:pt x="67" y="11042"/>
                    <a:pt x="34" y="11409"/>
                    <a:pt x="0" y="11776"/>
                  </a:cubicBezTo>
                  <a:cubicBezTo>
                    <a:pt x="0" y="12343"/>
                    <a:pt x="34" y="12944"/>
                    <a:pt x="100" y="13511"/>
                  </a:cubicBezTo>
                  <a:cubicBezTo>
                    <a:pt x="267" y="14545"/>
                    <a:pt x="501" y="15545"/>
                    <a:pt x="834" y="16546"/>
                  </a:cubicBezTo>
                  <a:cubicBezTo>
                    <a:pt x="1401" y="18447"/>
                    <a:pt x="2135" y="20315"/>
                    <a:pt x="3002" y="22117"/>
                  </a:cubicBezTo>
                  <a:lnTo>
                    <a:pt x="4637" y="21516"/>
                  </a:lnTo>
                  <a:cubicBezTo>
                    <a:pt x="4403" y="20582"/>
                    <a:pt x="4203" y="19648"/>
                    <a:pt x="3970" y="18714"/>
                  </a:cubicBezTo>
                  <a:cubicBezTo>
                    <a:pt x="3736" y="17780"/>
                    <a:pt x="3570" y="16846"/>
                    <a:pt x="3403" y="15912"/>
                  </a:cubicBezTo>
                  <a:cubicBezTo>
                    <a:pt x="3236" y="15012"/>
                    <a:pt x="3103" y="14111"/>
                    <a:pt x="3069" y="13210"/>
                  </a:cubicBezTo>
                  <a:cubicBezTo>
                    <a:pt x="3036" y="12810"/>
                    <a:pt x="3036" y="12410"/>
                    <a:pt x="3069" y="12043"/>
                  </a:cubicBezTo>
                  <a:cubicBezTo>
                    <a:pt x="3103" y="11909"/>
                    <a:pt x="3136" y="11776"/>
                    <a:pt x="3169" y="11676"/>
                  </a:cubicBezTo>
                  <a:cubicBezTo>
                    <a:pt x="3203" y="11643"/>
                    <a:pt x="3203" y="11576"/>
                    <a:pt x="3236" y="11543"/>
                  </a:cubicBezTo>
                  <a:lnTo>
                    <a:pt x="3403" y="11276"/>
                  </a:lnTo>
                  <a:cubicBezTo>
                    <a:pt x="4337" y="9675"/>
                    <a:pt x="5371" y="8140"/>
                    <a:pt x="6538" y="6706"/>
                  </a:cubicBezTo>
                  <a:cubicBezTo>
                    <a:pt x="7105" y="5972"/>
                    <a:pt x="7739" y="5238"/>
                    <a:pt x="8373" y="4538"/>
                  </a:cubicBezTo>
                  <a:cubicBezTo>
                    <a:pt x="8973" y="3837"/>
                    <a:pt x="9641" y="3103"/>
                    <a:pt x="10241" y="2469"/>
                  </a:cubicBezTo>
                  <a:lnTo>
                    <a:pt x="7739" y="1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3"/>
            <p:cNvSpPr/>
            <p:nvPr/>
          </p:nvSpPr>
          <p:spPr>
            <a:xfrm>
              <a:off x="4187660" y="1690237"/>
              <a:ext cx="215338" cy="248473"/>
            </a:xfrm>
            <a:custGeom>
              <a:avLst/>
              <a:gdLst/>
              <a:ahLst/>
              <a:cxnLst/>
              <a:rect l="l" t="t" r="r" b="b"/>
              <a:pathLst>
                <a:path w="7974" h="9201" extrusionOk="0">
                  <a:moveTo>
                    <a:pt x="4375" y="1"/>
                  </a:moveTo>
                  <a:cubicBezTo>
                    <a:pt x="4284" y="1"/>
                    <a:pt x="4193" y="10"/>
                    <a:pt x="4104" y="28"/>
                  </a:cubicBezTo>
                  <a:cubicBezTo>
                    <a:pt x="2703" y="328"/>
                    <a:pt x="1" y="4798"/>
                    <a:pt x="1" y="4798"/>
                  </a:cubicBezTo>
                  <a:lnTo>
                    <a:pt x="4604" y="9201"/>
                  </a:lnTo>
                  <a:cubicBezTo>
                    <a:pt x="4604" y="9201"/>
                    <a:pt x="7973" y="6399"/>
                    <a:pt x="7907" y="4498"/>
                  </a:cubicBezTo>
                  <a:cubicBezTo>
                    <a:pt x="7844" y="2637"/>
                    <a:pt x="5962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3"/>
            <p:cNvSpPr/>
            <p:nvPr/>
          </p:nvSpPr>
          <p:spPr>
            <a:xfrm>
              <a:off x="4290361" y="3841708"/>
              <a:ext cx="49581" cy="40075"/>
            </a:xfrm>
            <a:custGeom>
              <a:avLst/>
              <a:gdLst/>
              <a:ahLst/>
              <a:cxnLst/>
              <a:rect l="l" t="t" r="r" b="b"/>
              <a:pathLst>
                <a:path w="1836" h="1484" extrusionOk="0">
                  <a:moveTo>
                    <a:pt x="268" y="249"/>
                  </a:moveTo>
                  <a:lnTo>
                    <a:pt x="268" y="249"/>
                  </a:lnTo>
                  <a:cubicBezTo>
                    <a:pt x="735" y="416"/>
                    <a:pt x="1168" y="650"/>
                    <a:pt x="1568" y="983"/>
                  </a:cubicBezTo>
                  <a:cubicBezTo>
                    <a:pt x="1602" y="1016"/>
                    <a:pt x="1635" y="1050"/>
                    <a:pt x="1635" y="1117"/>
                  </a:cubicBezTo>
                  <a:cubicBezTo>
                    <a:pt x="1669" y="1150"/>
                    <a:pt x="1635" y="1183"/>
                    <a:pt x="1635" y="1217"/>
                  </a:cubicBezTo>
                  <a:cubicBezTo>
                    <a:pt x="1568" y="1283"/>
                    <a:pt x="1468" y="1317"/>
                    <a:pt x="1368" y="1317"/>
                  </a:cubicBezTo>
                  <a:cubicBezTo>
                    <a:pt x="1101" y="1283"/>
                    <a:pt x="701" y="883"/>
                    <a:pt x="268" y="249"/>
                  </a:cubicBezTo>
                  <a:close/>
                  <a:moveTo>
                    <a:pt x="69" y="1"/>
                  </a:moveTo>
                  <a:cubicBezTo>
                    <a:pt x="49" y="1"/>
                    <a:pt x="34" y="16"/>
                    <a:pt x="34" y="16"/>
                  </a:cubicBezTo>
                  <a:cubicBezTo>
                    <a:pt x="1" y="49"/>
                    <a:pt x="1" y="82"/>
                    <a:pt x="34" y="116"/>
                  </a:cubicBezTo>
                  <a:cubicBezTo>
                    <a:pt x="201" y="416"/>
                    <a:pt x="401" y="716"/>
                    <a:pt x="634" y="983"/>
                  </a:cubicBezTo>
                  <a:cubicBezTo>
                    <a:pt x="801" y="1217"/>
                    <a:pt x="1068" y="1383"/>
                    <a:pt x="1368" y="1483"/>
                  </a:cubicBezTo>
                  <a:cubicBezTo>
                    <a:pt x="1502" y="1483"/>
                    <a:pt x="1635" y="1417"/>
                    <a:pt x="1735" y="1317"/>
                  </a:cubicBezTo>
                  <a:cubicBezTo>
                    <a:pt x="1802" y="1250"/>
                    <a:pt x="1835" y="1150"/>
                    <a:pt x="1802" y="1083"/>
                  </a:cubicBezTo>
                  <a:cubicBezTo>
                    <a:pt x="1702" y="616"/>
                    <a:pt x="268" y="49"/>
                    <a:pt x="101" y="16"/>
                  </a:cubicBezTo>
                  <a:cubicBezTo>
                    <a:pt x="90" y="5"/>
                    <a:pt x="79" y="1"/>
                    <a:pt x="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3"/>
            <p:cNvSpPr/>
            <p:nvPr/>
          </p:nvSpPr>
          <p:spPr>
            <a:xfrm>
              <a:off x="4290361" y="3828449"/>
              <a:ext cx="50472" cy="21604"/>
            </a:xfrm>
            <a:custGeom>
              <a:avLst/>
              <a:gdLst/>
              <a:ahLst/>
              <a:cxnLst/>
              <a:rect l="l" t="t" r="r" b="b"/>
              <a:pathLst>
                <a:path w="1869" h="800" extrusionOk="0">
                  <a:moveTo>
                    <a:pt x="1335" y="140"/>
                  </a:moveTo>
                  <a:cubicBezTo>
                    <a:pt x="1435" y="173"/>
                    <a:pt x="1535" y="207"/>
                    <a:pt x="1602" y="307"/>
                  </a:cubicBezTo>
                  <a:lnTo>
                    <a:pt x="1635" y="340"/>
                  </a:lnTo>
                  <a:cubicBezTo>
                    <a:pt x="1702" y="440"/>
                    <a:pt x="1669" y="507"/>
                    <a:pt x="1669" y="507"/>
                  </a:cubicBezTo>
                  <a:cubicBezTo>
                    <a:pt x="1585" y="607"/>
                    <a:pt x="1352" y="649"/>
                    <a:pt x="1081" y="649"/>
                  </a:cubicBezTo>
                  <a:cubicBezTo>
                    <a:pt x="810" y="649"/>
                    <a:pt x="501" y="607"/>
                    <a:pt x="268" y="540"/>
                  </a:cubicBezTo>
                  <a:cubicBezTo>
                    <a:pt x="568" y="307"/>
                    <a:pt x="935" y="173"/>
                    <a:pt x="1335" y="140"/>
                  </a:cubicBezTo>
                  <a:close/>
                  <a:moveTo>
                    <a:pt x="1234" y="1"/>
                  </a:moveTo>
                  <a:cubicBezTo>
                    <a:pt x="684" y="1"/>
                    <a:pt x="34" y="475"/>
                    <a:pt x="34" y="507"/>
                  </a:cubicBezTo>
                  <a:cubicBezTo>
                    <a:pt x="1" y="507"/>
                    <a:pt x="1" y="540"/>
                    <a:pt x="1" y="573"/>
                  </a:cubicBezTo>
                  <a:cubicBezTo>
                    <a:pt x="1" y="607"/>
                    <a:pt x="1" y="607"/>
                    <a:pt x="34" y="640"/>
                  </a:cubicBezTo>
                  <a:cubicBezTo>
                    <a:pt x="266" y="729"/>
                    <a:pt x="679" y="799"/>
                    <a:pt x="1049" y="799"/>
                  </a:cubicBezTo>
                  <a:cubicBezTo>
                    <a:pt x="1371" y="799"/>
                    <a:pt x="1660" y="746"/>
                    <a:pt x="1769" y="607"/>
                  </a:cubicBezTo>
                  <a:cubicBezTo>
                    <a:pt x="1869" y="507"/>
                    <a:pt x="1869" y="340"/>
                    <a:pt x="1735" y="240"/>
                  </a:cubicBezTo>
                  <a:cubicBezTo>
                    <a:pt x="1669" y="106"/>
                    <a:pt x="1502" y="6"/>
                    <a:pt x="1335" y="6"/>
                  </a:cubicBezTo>
                  <a:cubicBezTo>
                    <a:pt x="1302" y="2"/>
                    <a:pt x="1268" y="1"/>
                    <a:pt x="12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3"/>
            <p:cNvSpPr/>
            <p:nvPr/>
          </p:nvSpPr>
          <p:spPr>
            <a:xfrm>
              <a:off x="4580422" y="1366688"/>
              <a:ext cx="17148" cy="9587"/>
            </a:xfrm>
            <a:custGeom>
              <a:avLst/>
              <a:gdLst/>
              <a:ahLst/>
              <a:cxnLst/>
              <a:rect l="l" t="t" r="r" b="b"/>
              <a:pathLst>
                <a:path w="635" h="355" extrusionOk="0">
                  <a:moveTo>
                    <a:pt x="634" y="0"/>
                  </a:moveTo>
                  <a:lnTo>
                    <a:pt x="1" y="267"/>
                  </a:lnTo>
                  <a:cubicBezTo>
                    <a:pt x="77" y="330"/>
                    <a:pt x="150" y="355"/>
                    <a:pt x="216" y="355"/>
                  </a:cubicBezTo>
                  <a:cubicBezTo>
                    <a:pt x="468" y="355"/>
                    <a:pt x="634" y="0"/>
                    <a:pt x="6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3"/>
            <p:cNvSpPr/>
            <p:nvPr/>
          </p:nvSpPr>
          <p:spPr>
            <a:xfrm>
              <a:off x="4338106" y="2226613"/>
              <a:ext cx="403590" cy="48123"/>
            </a:xfrm>
            <a:custGeom>
              <a:avLst/>
              <a:gdLst/>
              <a:ahLst/>
              <a:cxnLst/>
              <a:rect l="l" t="t" r="r" b="b"/>
              <a:pathLst>
                <a:path w="14945" h="1782" extrusionOk="0">
                  <a:moveTo>
                    <a:pt x="594" y="1"/>
                  </a:moveTo>
                  <a:cubicBezTo>
                    <a:pt x="522" y="1"/>
                    <a:pt x="459" y="38"/>
                    <a:pt x="434" y="113"/>
                  </a:cubicBezTo>
                  <a:lnTo>
                    <a:pt x="67" y="1348"/>
                  </a:lnTo>
                  <a:cubicBezTo>
                    <a:pt x="1" y="1448"/>
                    <a:pt x="134" y="1548"/>
                    <a:pt x="267" y="1548"/>
                  </a:cubicBezTo>
                  <a:lnTo>
                    <a:pt x="14544" y="1781"/>
                  </a:lnTo>
                  <a:cubicBezTo>
                    <a:pt x="14678" y="1781"/>
                    <a:pt x="14778" y="1714"/>
                    <a:pt x="14778" y="1648"/>
                  </a:cubicBezTo>
                  <a:lnTo>
                    <a:pt x="14945" y="414"/>
                  </a:lnTo>
                  <a:cubicBezTo>
                    <a:pt x="14945" y="313"/>
                    <a:pt x="14845" y="247"/>
                    <a:pt x="14711" y="247"/>
                  </a:cubicBezTo>
                  <a:lnTo>
                    <a:pt x="668" y="13"/>
                  </a:lnTo>
                  <a:cubicBezTo>
                    <a:pt x="643" y="5"/>
                    <a:pt x="618" y="1"/>
                    <a:pt x="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3"/>
            <p:cNvSpPr/>
            <p:nvPr/>
          </p:nvSpPr>
          <p:spPr>
            <a:xfrm>
              <a:off x="4385851" y="2224263"/>
              <a:ext cx="23440" cy="48663"/>
            </a:xfrm>
            <a:custGeom>
              <a:avLst/>
              <a:gdLst/>
              <a:ahLst/>
              <a:cxnLst/>
              <a:rect l="l" t="t" r="r" b="b"/>
              <a:pathLst>
                <a:path w="868" h="1802" extrusionOk="0">
                  <a:moveTo>
                    <a:pt x="367" y="0"/>
                  </a:moveTo>
                  <a:cubicBezTo>
                    <a:pt x="301" y="0"/>
                    <a:pt x="234" y="34"/>
                    <a:pt x="234" y="100"/>
                  </a:cubicBezTo>
                  <a:lnTo>
                    <a:pt x="34" y="1701"/>
                  </a:lnTo>
                  <a:cubicBezTo>
                    <a:pt x="1" y="1768"/>
                    <a:pt x="67" y="1801"/>
                    <a:pt x="134" y="1801"/>
                  </a:cubicBezTo>
                  <a:lnTo>
                    <a:pt x="534" y="1801"/>
                  </a:lnTo>
                  <a:cubicBezTo>
                    <a:pt x="601" y="1801"/>
                    <a:pt x="668" y="1768"/>
                    <a:pt x="668" y="1701"/>
                  </a:cubicBezTo>
                  <a:lnTo>
                    <a:pt x="868" y="100"/>
                  </a:lnTo>
                  <a:cubicBezTo>
                    <a:pt x="868" y="67"/>
                    <a:pt x="834" y="0"/>
                    <a:pt x="7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3"/>
            <p:cNvSpPr/>
            <p:nvPr/>
          </p:nvSpPr>
          <p:spPr>
            <a:xfrm>
              <a:off x="4688524" y="2229664"/>
              <a:ext cx="23440" cy="47772"/>
            </a:xfrm>
            <a:custGeom>
              <a:avLst/>
              <a:gdLst/>
              <a:ahLst/>
              <a:cxnLst/>
              <a:rect l="l" t="t" r="r" b="b"/>
              <a:pathLst>
                <a:path w="868" h="1769" extrusionOk="0">
                  <a:moveTo>
                    <a:pt x="367" y="0"/>
                  </a:moveTo>
                  <a:cubicBezTo>
                    <a:pt x="301" y="0"/>
                    <a:pt x="201" y="34"/>
                    <a:pt x="201" y="67"/>
                  </a:cubicBezTo>
                  <a:lnTo>
                    <a:pt x="1" y="1668"/>
                  </a:lnTo>
                  <a:cubicBezTo>
                    <a:pt x="1" y="1735"/>
                    <a:pt x="67" y="1768"/>
                    <a:pt x="134" y="1768"/>
                  </a:cubicBezTo>
                  <a:lnTo>
                    <a:pt x="501" y="1768"/>
                  </a:lnTo>
                  <a:cubicBezTo>
                    <a:pt x="601" y="1768"/>
                    <a:pt x="668" y="1735"/>
                    <a:pt x="668" y="1702"/>
                  </a:cubicBezTo>
                  <a:lnTo>
                    <a:pt x="868" y="67"/>
                  </a:lnTo>
                  <a:cubicBezTo>
                    <a:pt x="868" y="34"/>
                    <a:pt x="801" y="0"/>
                    <a:pt x="7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3"/>
            <p:cNvSpPr/>
            <p:nvPr/>
          </p:nvSpPr>
          <p:spPr>
            <a:xfrm>
              <a:off x="4537187" y="2226964"/>
              <a:ext cx="23440" cy="47772"/>
            </a:xfrm>
            <a:custGeom>
              <a:avLst/>
              <a:gdLst/>
              <a:ahLst/>
              <a:cxnLst/>
              <a:rect l="l" t="t" r="r" b="b"/>
              <a:pathLst>
                <a:path w="868" h="1769" extrusionOk="0">
                  <a:moveTo>
                    <a:pt x="367" y="0"/>
                  </a:moveTo>
                  <a:cubicBezTo>
                    <a:pt x="301" y="0"/>
                    <a:pt x="234" y="34"/>
                    <a:pt x="201" y="67"/>
                  </a:cubicBezTo>
                  <a:lnTo>
                    <a:pt x="1" y="1701"/>
                  </a:lnTo>
                  <a:cubicBezTo>
                    <a:pt x="1" y="1735"/>
                    <a:pt x="67" y="1768"/>
                    <a:pt x="134" y="1768"/>
                  </a:cubicBezTo>
                  <a:lnTo>
                    <a:pt x="534" y="1768"/>
                  </a:lnTo>
                  <a:cubicBezTo>
                    <a:pt x="601" y="1768"/>
                    <a:pt x="668" y="1735"/>
                    <a:pt x="668" y="1701"/>
                  </a:cubicBezTo>
                  <a:lnTo>
                    <a:pt x="868" y="100"/>
                  </a:lnTo>
                  <a:cubicBezTo>
                    <a:pt x="868" y="34"/>
                    <a:pt x="801" y="0"/>
                    <a:pt x="7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3"/>
            <p:cNvSpPr/>
            <p:nvPr/>
          </p:nvSpPr>
          <p:spPr>
            <a:xfrm>
              <a:off x="4129113" y="2312543"/>
              <a:ext cx="116230" cy="93707"/>
            </a:xfrm>
            <a:custGeom>
              <a:avLst/>
              <a:gdLst/>
              <a:ahLst/>
              <a:cxnLst/>
              <a:rect l="l" t="t" r="r" b="b"/>
              <a:pathLst>
                <a:path w="4304" h="3470" extrusionOk="0">
                  <a:moveTo>
                    <a:pt x="868" y="0"/>
                  </a:moveTo>
                  <a:cubicBezTo>
                    <a:pt x="1" y="1101"/>
                    <a:pt x="835" y="3102"/>
                    <a:pt x="835" y="3102"/>
                  </a:cubicBezTo>
                  <a:lnTo>
                    <a:pt x="4304" y="3469"/>
                  </a:lnTo>
                  <a:lnTo>
                    <a:pt x="2202" y="43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3"/>
            <p:cNvSpPr/>
            <p:nvPr/>
          </p:nvSpPr>
          <p:spPr>
            <a:xfrm>
              <a:off x="4151636" y="2393990"/>
              <a:ext cx="92816" cy="87415"/>
            </a:xfrm>
            <a:custGeom>
              <a:avLst/>
              <a:gdLst/>
              <a:ahLst/>
              <a:cxnLst/>
              <a:rect l="l" t="t" r="r" b="b"/>
              <a:pathLst>
                <a:path w="3437" h="3237" extrusionOk="0">
                  <a:moveTo>
                    <a:pt x="1" y="0"/>
                  </a:moveTo>
                  <a:lnTo>
                    <a:pt x="368" y="2769"/>
                  </a:lnTo>
                  <a:lnTo>
                    <a:pt x="3270" y="3236"/>
                  </a:lnTo>
                  <a:lnTo>
                    <a:pt x="3436" y="36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3"/>
            <p:cNvSpPr/>
            <p:nvPr/>
          </p:nvSpPr>
          <p:spPr>
            <a:xfrm>
              <a:off x="5209182" y="1218943"/>
              <a:ext cx="664836" cy="415067"/>
            </a:xfrm>
            <a:custGeom>
              <a:avLst/>
              <a:gdLst/>
              <a:ahLst/>
              <a:cxnLst/>
              <a:rect l="l" t="t" r="r" b="b"/>
              <a:pathLst>
                <a:path w="24619" h="15370" extrusionOk="0">
                  <a:moveTo>
                    <a:pt x="2169" y="1"/>
                  </a:moveTo>
                  <a:lnTo>
                    <a:pt x="1" y="1035"/>
                  </a:lnTo>
                  <a:cubicBezTo>
                    <a:pt x="902" y="3370"/>
                    <a:pt x="2002" y="5605"/>
                    <a:pt x="3270" y="7739"/>
                  </a:cubicBezTo>
                  <a:cubicBezTo>
                    <a:pt x="3937" y="8840"/>
                    <a:pt x="4671" y="9908"/>
                    <a:pt x="5472" y="10908"/>
                  </a:cubicBezTo>
                  <a:cubicBezTo>
                    <a:pt x="5872" y="11442"/>
                    <a:pt x="6339" y="11942"/>
                    <a:pt x="6806" y="12409"/>
                  </a:cubicBezTo>
                  <a:cubicBezTo>
                    <a:pt x="7340" y="12943"/>
                    <a:pt x="7907" y="13410"/>
                    <a:pt x="8507" y="13810"/>
                  </a:cubicBezTo>
                  <a:cubicBezTo>
                    <a:pt x="8674" y="13910"/>
                    <a:pt x="8874" y="14011"/>
                    <a:pt x="9041" y="14111"/>
                  </a:cubicBezTo>
                  <a:cubicBezTo>
                    <a:pt x="9241" y="14211"/>
                    <a:pt x="9408" y="14311"/>
                    <a:pt x="9608" y="14411"/>
                  </a:cubicBezTo>
                  <a:lnTo>
                    <a:pt x="9908" y="14544"/>
                  </a:lnTo>
                  <a:lnTo>
                    <a:pt x="10175" y="14611"/>
                  </a:lnTo>
                  <a:cubicBezTo>
                    <a:pt x="10342" y="14678"/>
                    <a:pt x="10542" y="14744"/>
                    <a:pt x="10709" y="14811"/>
                  </a:cubicBezTo>
                  <a:cubicBezTo>
                    <a:pt x="11409" y="15011"/>
                    <a:pt x="12110" y="15178"/>
                    <a:pt x="12843" y="15245"/>
                  </a:cubicBezTo>
                  <a:cubicBezTo>
                    <a:pt x="13527" y="15328"/>
                    <a:pt x="14219" y="15370"/>
                    <a:pt x="14912" y="15370"/>
                  </a:cubicBezTo>
                  <a:cubicBezTo>
                    <a:pt x="15604" y="15370"/>
                    <a:pt x="16296" y="15328"/>
                    <a:pt x="16980" y="15245"/>
                  </a:cubicBezTo>
                  <a:cubicBezTo>
                    <a:pt x="18314" y="15078"/>
                    <a:pt x="19615" y="14811"/>
                    <a:pt x="20883" y="14411"/>
                  </a:cubicBezTo>
                  <a:cubicBezTo>
                    <a:pt x="21516" y="14244"/>
                    <a:pt x="22150" y="14011"/>
                    <a:pt x="22751" y="13777"/>
                  </a:cubicBezTo>
                  <a:cubicBezTo>
                    <a:pt x="23051" y="13677"/>
                    <a:pt x="23351" y="13544"/>
                    <a:pt x="23685" y="13410"/>
                  </a:cubicBezTo>
                  <a:lnTo>
                    <a:pt x="24118" y="13210"/>
                  </a:lnTo>
                  <a:lnTo>
                    <a:pt x="24619" y="12976"/>
                  </a:lnTo>
                  <a:lnTo>
                    <a:pt x="22517" y="8640"/>
                  </a:lnTo>
                  <a:lnTo>
                    <a:pt x="22183" y="8773"/>
                  </a:lnTo>
                  <a:lnTo>
                    <a:pt x="21817" y="8940"/>
                  </a:lnTo>
                  <a:cubicBezTo>
                    <a:pt x="21550" y="9040"/>
                    <a:pt x="21316" y="9140"/>
                    <a:pt x="21049" y="9240"/>
                  </a:cubicBezTo>
                  <a:cubicBezTo>
                    <a:pt x="20549" y="9441"/>
                    <a:pt x="20015" y="9607"/>
                    <a:pt x="19482" y="9774"/>
                  </a:cubicBezTo>
                  <a:cubicBezTo>
                    <a:pt x="18447" y="10108"/>
                    <a:pt x="17413" y="10341"/>
                    <a:pt x="16346" y="10541"/>
                  </a:cubicBezTo>
                  <a:cubicBezTo>
                    <a:pt x="15512" y="10680"/>
                    <a:pt x="14655" y="10750"/>
                    <a:pt x="13813" y="10750"/>
                  </a:cubicBezTo>
                  <a:cubicBezTo>
                    <a:pt x="13645" y="10750"/>
                    <a:pt x="13477" y="10747"/>
                    <a:pt x="13310" y="10742"/>
                  </a:cubicBezTo>
                  <a:cubicBezTo>
                    <a:pt x="12410" y="10708"/>
                    <a:pt x="11543" y="10508"/>
                    <a:pt x="10742" y="10141"/>
                  </a:cubicBezTo>
                  <a:cubicBezTo>
                    <a:pt x="9875" y="9641"/>
                    <a:pt x="9107" y="9007"/>
                    <a:pt x="8440" y="8273"/>
                  </a:cubicBezTo>
                  <a:cubicBezTo>
                    <a:pt x="7640" y="7473"/>
                    <a:pt x="6906" y="6605"/>
                    <a:pt x="6205" y="5705"/>
                  </a:cubicBezTo>
                  <a:cubicBezTo>
                    <a:pt x="5472" y="4804"/>
                    <a:pt x="4804" y="3837"/>
                    <a:pt x="4137" y="2903"/>
                  </a:cubicBezTo>
                  <a:cubicBezTo>
                    <a:pt x="3437" y="1969"/>
                    <a:pt x="2803" y="968"/>
                    <a:pt x="2169" y="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3"/>
            <p:cNvSpPr/>
            <p:nvPr/>
          </p:nvSpPr>
          <p:spPr>
            <a:xfrm>
              <a:off x="5190278" y="1162205"/>
              <a:ext cx="85606" cy="147744"/>
            </a:xfrm>
            <a:custGeom>
              <a:avLst/>
              <a:gdLst/>
              <a:ahLst/>
              <a:cxnLst/>
              <a:rect l="l" t="t" r="r" b="b"/>
              <a:pathLst>
                <a:path w="3170" h="5471" extrusionOk="0">
                  <a:moveTo>
                    <a:pt x="2836" y="0"/>
                  </a:moveTo>
                  <a:lnTo>
                    <a:pt x="0" y="2969"/>
                  </a:lnTo>
                  <a:cubicBezTo>
                    <a:pt x="0" y="2969"/>
                    <a:pt x="734" y="5204"/>
                    <a:pt x="2235" y="5471"/>
                  </a:cubicBezTo>
                  <a:lnTo>
                    <a:pt x="2469" y="5204"/>
                  </a:lnTo>
                  <a:cubicBezTo>
                    <a:pt x="2936" y="4637"/>
                    <a:pt x="3169" y="3936"/>
                    <a:pt x="3036" y="3236"/>
                  </a:cubicBezTo>
                  <a:lnTo>
                    <a:pt x="2836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3"/>
            <p:cNvSpPr/>
            <p:nvPr/>
          </p:nvSpPr>
          <p:spPr>
            <a:xfrm>
              <a:off x="5147043" y="1112274"/>
              <a:ext cx="119821" cy="132433"/>
            </a:xfrm>
            <a:custGeom>
              <a:avLst/>
              <a:gdLst/>
              <a:ahLst/>
              <a:cxnLst/>
              <a:rect l="l" t="t" r="r" b="b"/>
              <a:pathLst>
                <a:path w="4437" h="4904" extrusionOk="0">
                  <a:moveTo>
                    <a:pt x="2469" y="0"/>
                  </a:moveTo>
                  <a:lnTo>
                    <a:pt x="0" y="1968"/>
                  </a:lnTo>
                  <a:lnTo>
                    <a:pt x="1601" y="4904"/>
                  </a:lnTo>
                  <a:lnTo>
                    <a:pt x="4437" y="1935"/>
                  </a:lnTo>
                  <a:lnTo>
                    <a:pt x="2469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3"/>
            <p:cNvSpPr/>
            <p:nvPr/>
          </p:nvSpPr>
          <p:spPr>
            <a:xfrm>
              <a:off x="6246933" y="1445948"/>
              <a:ext cx="308100" cy="679230"/>
            </a:xfrm>
            <a:custGeom>
              <a:avLst/>
              <a:gdLst/>
              <a:ahLst/>
              <a:cxnLst/>
              <a:rect l="l" t="t" r="r" b="b"/>
              <a:pathLst>
                <a:path w="11409" h="25152" extrusionOk="0">
                  <a:moveTo>
                    <a:pt x="3703" y="1"/>
                  </a:moveTo>
                  <a:lnTo>
                    <a:pt x="0" y="3069"/>
                  </a:lnTo>
                  <a:cubicBezTo>
                    <a:pt x="601" y="3870"/>
                    <a:pt x="1235" y="4671"/>
                    <a:pt x="1835" y="5538"/>
                  </a:cubicBezTo>
                  <a:cubicBezTo>
                    <a:pt x="2435" y="6372"/>
                    <a:pt x="3036" y="7239"/>
                    <a:pt x="3603" y="8073"/>
                  </a:cubicBezTo>
                  <a:cubicBezTo>
                    <a:pt x="4770" y="9708"/>
                    <a:pt x="5771" y="11475"/>
                    <a:pt x="6638" y="13277"/>
                  </a:cubicBezTo>
                  <a:lnTo>
                    <a:pt x="6905" y="13944"/>
                  </a:lnTo>
                  <a:lnTo>
                    <a:pt x="6972" y="14111"/>
                  </a:lnTo>
                  <a:lnTo>
                    <a:pt x="7005" y="14177"/>
                  </a:lnTo>
                  <a:lnTo>
                    <a:pt x="7005" y="14211"/>
                  </a:lnTo>
                  <a:cubicBezTo>
                    <a:pt x="7039" y="14244"/>
                    <a:pt x="7039" y="14277"/>
                    <a:pt x="7039" y="14311"/>
                  </a:cubicBezTo>
                  <a:cubicBezTo>
                    <a:pt x="7105" y="14644"/>
                    <a:pt x="7139" y="14978"/>
                    <a:pt x="7105" y="15312"/>
                  </a:cubicBezTo>
                  <a:cubicBezTo>
                    <a:pt x="7005" y="16246"/>
                    <a:pt x="6839" y="17180"/>
                    <a:pt x="6572" y="18080"/>
                  </a:cubicBezTo>
                  <a:cubicBezTo>
                    <a:pt x="6305" y="19014"/>
                    <a:pt x="5971" y="20015"/>
                    <a:pt x="5638" y="20982"/>
                  </a:cubicBezTo>
                  <a:cubicBezTo>
                    <a:pt x="5271" y="21983"/>
                    <a:pt x="4904" y="22984"/>
                    <a:pt x="4537" y="23951"/>
                  </a:cubicBezTo>
                  <a:lnTo>
                    <a:pt x="6605" y="25152"/>
                  </a:lnTo>
                  <a:cubicBezTo>
                    <a:pt x="7973" y="23317"/>
                    <a:pt x="9107" y="21383"/>
                    <a:pt x="10074" y="19314"/>
                  </a:cubicBezTo>
                  <a:cubicBezTo>
                    <a:pt x="10575" y="18214"/>
                    <a:pt x="10942" y="17079"/>
                    <a:pt x="11208" y="15879"/>
                  </a:cubicBezTo>
                  <a:cubicBezTo>
                    <a:pt x="11342" y="15145"/>
                    <a:pt x="11409" y="14378"/>
                    <a:pt x="11308" y="13644"/>
                  </a:cubicBezTo>
                  <a:cubicBezTo>
                    <a:pt x="11275" y="13410"/>
                    <a:pt x="11242" y="13177"/>
                    <a:pt x="11175" y="12943"/>
                  </a:cubicBezTo>
                  <a:lnTo>
                    <a:pt x="11142" y="12776"/>
                  </a:lnTo>
                  <a:lnTo>
                    <a:pt x="11108" y="12676"/>
                  </a:lnTo>
                  <a:lnTo>
                    <a:pt x="11042" y="12476"/>
                  </a:lnTo>
                  <a:lnTo>
                    <a:pt x="10741" y="11609"/>
                  </a:lnTo>
                  <a:cubicBezTo>
                    <a:pt x="9907" y="9474"/>
                    <a:pt x="8873" y="7406"/>
                    <a:pt x="7639" y="5471"/>
                  </a:cubicBezTo>
                  <a:cubicBezTo>
                    <a:pt x="7072" y="4504"/>
                    <a:pt x="6472" y="3570"/>
                    <a:pt x="5771" y="2669"/>
                  </a:cubicBezTo>
                  <a:cubicBezTo>
                    <a:pt x="5104" y="1768"/>
                    <a:pt x="4470" y="901"/>
                    <a:pt x="3703" y="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3"/>
            <p:cNvSpPr/>
            <p:nvPr/>
          </p:nvSpPr>
          <p:spPr>
            <a:xfrm>
              <a:off x="6313581" y="2061206"/>
              <a:ext cx="128841" cy="109019"/>
            </a:xfrm>
            <a:custGeom>
              <a:avLst/>
              <a:gdLst/>
              <a:ahLst/>
              <a:cxnLst/>
              <a:rect l="l" t="t" r="r" b="b"/>
              <a:pathLst>
                <a:path w="4771" h="4037" extrusionOk="0">
                  <a:moveTo>
                    <a:pt x="3703" y="1"/>
                  </a:moveTo>
                  <a:lnTo>
                    <a:pt x="3370" y="67"/>
                  </a:lnTo>
                  <a:cubicBezTo>
                    <a:pt x="2669" y="234"/>
                    <a:pt x="2069" y="668"/>
                    <a:pt x="1735" y="1301"/>
                  </a:cubicBezTo>
                  <a:lnTo>
                    <a:pt x="1" y="4037"/>
                  </a:lnTo>
                  <a:lnTo>
                    <a:pt x="4037" y="3336"/>
                  </a:lnTo>
                  <a:cubicBezTo>
                    <a:pt x="4037" y="3336"/>
                    <a:pt x="4771" y="1101"/>
                    <a:pt x="3703" y="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3"/>
            <p:cNvSpPr/>
            <p:nvPr/>
          </p:nvSpPr>
          <p:spPr>
            <a:xfrm>
              <a:off x="6313581" y="2151295"/>
              <a:ext cx="109046" cy="91898"/>
            </a:xfrm>
            <a:custGeom>
              <a:avLst/>
              <a:gdLst/>
              <a:ahLst/>
              <a:cxnLst/>
              <a:rect l="l" t="t" r="r" b="b"/>
              <a:pathLst>
                <a:path w="4038" h="3403" extrusionOk="0">
                  <a:moveTo>
                    <a:pt x="4037" y="0"/>
                  </a:moveTo>
                  <a:lnTo>
                    <a:pt x="1" y="701"/>
                  </a:lnTo>
                  <a:lnTo>
                    <a:pt x="434" y="3403"/>
                  </a:lnTo>
                  <a:lnTo>
                    <a:pt x="3570" y="3303"/>
                  </a:lnTo>
                  <a:lnTo>
                    <a:pt x="4037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3"/>
            <p:cNvSpPr/>
            <p:nvPr/>
          </p:nvSpPr>
          <p:spPr>
            <a:xfrm>
              <a:off x="5917228" y="1078408"/>
              <a:ext cx="18039" cy="25250"/>
            </a:xfrm>
            <a:custGeom>
              <a:avLst/>
              <a:gdLst/>
              <a:ahLst/>
              <a:cxnLst/>
              <a:rect l="l" t="t" r="r" b="b"/>
              <a:pathLst>
                <a:path w="668" h="935" extrusionOk="0">
                  <a:moveTo>
                    <a:pt x="368" y="1"/>
                  </a:moveTo>
                  <a:cubicBezTo>
                    <a:pt x="201" y="1"/>
                    <a:pt x="34" y="201"/>
                    <a:pt x="34" y="468"/>
                  </a:cubicBezTo>
                  <a:cubicBezTo>
                    <a:pt x="1" y="735"/>
                    <a:pt x="134" y="935"/>
                    <a:pt x="301" y="935"/>
                  </a:cubicBezTo>
                  <a:cubicBezTo>
                    <a:pt x="468" y="935"/>
                    <a:pt x="634" y="735"/>
                    <a:pt x="634" y="468"/>
                  </a:cubicBezTo>
                  <a:cubicBezTo>
                    <a:pt x="668" y="234"/>
                    <a:pt x="534" y="1"/>
                    <a:pt x="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3"/>
            <p:cNvSpPr/>
            <p:nvPr/>
          </p:nvSpPr>
          <p:spPr>
            <a:xfrm>
              <a:off x="5893814" y="1103631"/>
              <a:ext cx="36970" cy="66810"/>
            </a:xfrm>
            <a:custGeom>
              <a:avLst/>
              <a:gdLst/>
              <a:ahLst/>
              <a:cxnLst/>
              <a:rect l="l" t="t" r="r" b="b"/>
              <a:pathLst>
                <a:path w="1369" h="2474" extrusionOk="0">
                  <a:moveTo>
                    <a:pt x="1368" y="1"/>
                  </a:moveTo>
                  <a:cubicBezTo>
                    <a:pt x="1001" y="768"/>
                    <a:pt x="534" y="1502"/>
                    <a:pt x="0" y="2169"/>
                  </a:cubicBezTo>
                  <a:cubicBezTo>
                    <a:pt x="249" y="2368"/>
                    <a:pt x="553" y="2474"/>
                    <a:pt x="871" y="2474"/>
                  </a:cubicBezTo>
                  <a:cubicBezTo>
                    <a:pt x="980" y="2474"/>
                    <a:pt x="1090" y="2461"/>
                    <a:pt x="1201" y="2436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3"/>
            <p:cNvSpPr/>
            <p:nvPr/>
          </p:nvSpPr>
          <p:spPr>
            <a:xfrm>
              <a:off x="5925329" y="1038117"/>
              <a:ext cx="41804" cy="15501"/>
            </a:xfrm>
            <a:custGeom>
              <a:avLst/>
              <a:gdLst/>
              <a:ahLst/>
              <a:cxnLst/>
              <a:rect l="l" t="t" r="r" b="b"/>
              <a:pathLst>
                <a:path w="1548" h="574" extrusionOk="0">
                  <a:moveTo>
                    <a:pt x="514" y="0"/>
                  </a:moveTo>
                  <a:cubicBezTo>
                    <a:pt x="376" y="0"/>
                    <a:pt x="237" y="20"/>
                    <a:pt x="101" y="58"/>
                  </a:cubicBezTo>
                  <a:cubicBezTo>
                    <a:pt x="34" y="58"/>
                    <a:pt x="1" y="159"/>
                    <a:pt x="1" y="225"/>
                  </a:cubicBezTo>
                  <a:cubicBezTo>
                    <a:pt x="34" y="292"/>
                    <a:pt x="68" y="325"/>
                    <a:pt x="134" y="325"/>
                  </a:cubicBezTo>
                  <a:lnTo>
                    <a:pt x="201" y="325"/>
                  </a:lnTo>
                  <a:cubicBezTo>
                    <a:pt x="297" y="299"/>
                    <a:pt x="395" y="287"/>
                    <a:pt x="493" y="287"/>
                  </a:cubicBezTo>
                  <a:cubicBezTo>
                    <a:pt x="770" y="287"/>
                    <a:pt x="1047" y="386"/>
                    <a:pt x="1268" y="559"/>
                  </a:cubicBezTo>
                  <a:cubicBezTo>
                    <a:pt x="1289" y="569"/>
                    <a:pt x="1311" y="574"/>
                    <a:pt x="1332" y="574"/>
                  </a:cubicBezTo>
                  <a:cubicBezTo>
                    <a:pt x="1447" y="574"/>
                    <a:pt x="1548" y="438"/>
                    <a:pt x="1435" y="325"/>
                  </a:cubicBezTo>
                  <a:cubicBezTo>
                    <a:pt x="1175" y="113"/>
                    <a:pt x="849" y="0"/>
                    <a:pt x="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3"/>
            <p:cNvSpPr/>
            <p:nvPr/>
          </p:nvSpPr>
          <p:spPr>
            <a:xfrm>
              <a:off x="5903374" y="1182918"/>
              <a:ext cx="251687" cy="270185"/>
            </a:xfrm>
            <a:custGeom>
              <a:avLst/>
              <a:gdLst/>
              <a:ahLst/>
              <a:cxnLst/>
              <a:rect l="l" t="t" r="r" b="b"/>
              <a:pathLst>
                <a:path w="9320" h="10005" extrusionOk="0">
                  <a:moveTo>
                    <a:pt x="8286" y="0"/>
                  </a:moveTo>
                  <a:lnTo>
                    <a:pt x="4050" y="3269"/>
                  </a:lnTo>
                  <a:cubicBezTo>
                    <a:pt x="4550" y="5037"/>
                    <a:pt x="4683" y="6972"/>
                    <a:pt x="2115" y="7772"/>
                  </a:cubicBezTo>
                  <a:cubicBezTo>
                    <a:pt x="2115" y="7772"/>
                    <a:pt x="0" y="10004"/>
                    <a:pt x="3652" y="10004"/>
                  </a:cubicBezTo>
                  <a:cubicBezTo>
                    <a:pt x="3892" y="10004"/>
                    <a:pt x="4157" y="9995"/>
                    <a:pt x="4450" y="9974"/>
                  </a:cubicBezTo>
                  <a:cubicBezTo>
                    <a:pt x="8753" y="9674"/>
                    <a:pt x="9320" y="7272"/>
                    <a:pt x="9320" y="7272"/>
                  </a:cubicBezTo>
                  <a:cubicBezTo>
                    <a:pt x="7652" y="5838"/>
                    <a:pt x="8386" y="2602"/>
                    <a:pt x="8286" y="0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3"/>
            <p:cNvSpPr/>
            <p:nvPr/>
          </p:nvSpPr>
          <p:spPr>
            <a:xfrm>
              <a:off x="5956871" y="1333310"/>
              <a:ext cx="245935" cy="85633"/>
            </a:xfrm>
            <a:custGeom>
              <a:avLst/>
              <a:gdLst/>
              <a:ahLst/>
              <a:cxnLst/>
              <a:rect l="l" t="t" r="r" b="b"/>
              <a:pathLst>
                <a:path w="9107" h="3171" extrusionOk="0">
                  <a:moveTo>
                    <a:pt x="5241" y="1"/>
                  </a:moveTo>
                  <a:cubicBezTo>
                    <a:pt x="3612" y="1"/>
                    <a:pt x="1642" y="190"/>
                    <a:pt x="0" y="836"/>
                  </a:cubicBezTo>
                  <a:cubicBezTo>
                    <a:pt x="367" y="1536"/>
                    <a:pt x="434" y="2404"/>
                    <a:pt x="201" y="3171"/>
                  </a:cubicBezTo>
                  <a:lnTo>
                    <a:pt x="8473" y="2437"/>
                  </a:lnTo>
                  <a:cubicBezTo>
                    <a:pt x="8807" y="1670"/>
                    <a:pt x="9107" y="502"/>
                    <a:pt x="8340" y="269"/>
                  </a:cubicBezTo>
                  <a:cubicBezTo>
                    <a:pt x="7926" y="157"/>
                    <a:pt x="6725" y="1"/>
                    <a:pt x="5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/>
            <p:cNvSpPr/>
            <p:nvPr/>
          </p:nvSpPr>
          <p:spPr>
            <a:xfrm>
              <a:off x="6691031" y="3962691"/>
              <a:ext cx="45071" cy="23575"/>
            </a:xfrm>
            <a:custGeom>
              <a:avLst/>
              <a:gdLst/>
              <a:ahLst/>
              <a:cxnLst/>
              <a:rect l="l" t="t" r="r" b="b"/>
              <a:pathLst>
                <a:path w="1669" h="873" extrusionOk="0">
                  <a:moveTo>
                    <a:pt x="1268" y="139"/>
                  </a:moveTo>
                  <a:lnTo>
                    <a:pt x="1401" y="172"/>
                  </a:lnTo>
                  <a:cubicBezTo>
                    <a:pt x="1080" y="436"/>
                    <a:pt x="605" y="724"/>
                    <a:pt x="357" y="724"/>
                  </a:cubicBezTo>
                  <a:cubicBezTo>
                    <a:pt x="322" y="724"/>
                    <a:pt x="292" y="718"/>
                    <a:pt x="267" y="706"/>
                  </a:cubicBezTo>
                  <a:cubicBezTo>
                    <a:pt x="234" y="706"/>
                    <a:pt x="167" y="673"/>
                    <a:pt x="167" y="539"/>
                  </a:cubicBezTo>
                  <a:cubicBezTo>
                    <a:pt x="167" y="473"/>
                    <a:pt x="201" y="406"/>
                    <a:pt x="267" y="373"/>
                  </a:cubicBezTo>
                  <a:cubicBezTo>
                    <a:pt x="568" y="206"/>
                    <a:pt x="901" y="139"/>
                    <a:pt x="1268" y="139"/>
                  </a:cubicBezTo>
                  <a:close/>
                  <a:moveTo>
                    <a:pt x="1346" y="0"/>
                  </a:moveTo>
                  <a:cubicBezTo>
                    <a:pt x="1001" y="0"/>
                    <a:pt x="406" y="34"/>
                    <a:pt x="167" y="272"/>
                  </a:cubicBezTo>
                  <a:cubicBezTo>
                    <a:pt x="67" y="339"/>
                    <a:pt x="34" y="439"/>
                    <a:pt x="34" y="539"/>
                  </a:cubicBezTo>
                  <a:cubicBezTo>
                    <a:pt x="0" y="673"/>
                    <a:pt x="67" y="806"/>
                    <a:pt x="201" y="840"/>
                  </a:cubicBezTo>
                  <a:cubicBezTo>
                    <a:pt x="234" y="873"/>
                    <a:pt x="301" y="873"/>
                    <a:pt x="334" y="873"/>
                  </a:cubicBezTo>
                  <a:cubicBezTo>
                    <a:pt x="734" y="873"/>
                    <a:pt x="1401" y="373"/>
                    <a:pt x="1635" y="139"/>
                  </a:cubicBezTo>
                  <a:cubicBezTo>
                    <a:pt x="1668" y="106"/>
                    <a:pt x="1635" y="39"/>
                    <a:pt x="1602" y="6"/>
                  </a:cubicBezTo>
                  <a:cubicBezTo>
                    <a:pt x="1583" y="6"/>
                    <a:pt x="1485" y="0"/>
                    <a:pt x="1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3"/>
            <p:cNvSpPr/>
            <p:nvPr/>
          </p:nvSpPr>
          <p:spPr>
            <a:xfrm>
              <a:off x="6695541" y="3940844"/>
              <a:ext cx="40562" cy="27410"/>
            </a:xfrm>
            <a:custGeom>
              <a:avLst/>
              <a:gdLst/>
              <a:ahLst/>
              <a:cxnLst/>
              <a:rect l="l" t="t" r="r" b="b"/>
              <a:pathLst>
                <a:path w="1502" h="1015" extrusionOk="0">
                  <a:moveTo>
                    <a:pt x="364" y="167"/>
                  </a:moveTo>
                  <a:cubicBezTo>
                    <a:pt x="378" y="167"/>
                    <a:pt x="391" y="171"/>
                    <a:pt x="401" y="181"/>
                  </a:cubicBezTo>
                  <a:lnTo>
                    <a:pt x="467" y="181"/>
                  </a:lnTo>
                  <a:cubicBezTo>
                    <a:pt x="767" y="214"/>
                    <a:pt x="1101" y="648"/>
                    <a:pt x="1268" y="848"/>
                  </a:cubicBezTo>
                  <a:cubicBezTo>
                    <a:pt x="868" y="815"/>
                    <a:pt x="267" y="548"/>
                    <a:pt x="200" y="348"/>
                  </a:cubicBezTo>
                  <a:cubicBezTo>
                    <a:pt x="200" y="314"/>
                    <a:pt x="167" y="281"/>
                    <a:pt x="267" y="214"/>
                  </a:cubicBezTo>
                  <a:cubicBezTo>
                    <a:pt x="291" y="191"/>
                    <a:pt x="331" y="167"/>
                    <a:pt x="364" y="167"/>
                  </a:cubicBezTo>
                  <a:close/>
                  <a:moveTo>
                    <a:pt x="400" y="1"/>
                  </a:moveTo>
                  <a:cubicBezTo>
                    <a:pt x="314" y="1"/>
                    <a:pt x="240" y="32"/>
                    <a:pt x="167" y="81"/>
                  </a:cubicBezTo>
                  <a:cubicBezTo>
                    <a:pt x="67" y="147"/>
                    <a:pt x="0" y="281"/>
                    <a:pt x="67" y="381"/>
                  </a:cubicBezTo>
                  <a:cubicBezTo>
                    <a:pt x="167" y="715"/>
                    <a:pt x="1034" y="1015"/>
                    <a:pt x="1401" y="1015"/>
                  </a:cubicBezTo>
                  <a:lnTo>
                    <a:pt x="1401" y="981"/>
                  </a:lnTo>
                  <a:cubicBezTo>
                    <a:pt x="1435" y="981"/>
                    <a:pt x="1468" y="981"/>
                    <a:pt x="1468" y="948"/>
                  </a:cubicBezTo>
                  <a:cubicBezTo>
                    <a:pt x="1501" y="948"/>
                    <a:pt x="1501" y="915"/>
                    <a:pt x="1468" y="881"/>
                  </a:cubicBezTo>
                  <a:cubicBezTo>
                    <a:pt x="1468" y="848"/>
                    <a:pt x="968" y="81"/>
                    <a:pt x="501" y="14"/>
                  </a:cubicBezTo>
                  <a:cubicBezTo>
                    <a:pt x="465" y="5"/>
                    <a:pt x="432" y="1"/>
                    <a:pt x="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3"/>
            <p:cNvSpPr/>
            <p:nvPr/>
          </p:nvSpPr>
          <p:spPr>
            <a:xfrm>
              <a:off x="6141532" y="4241168"/>
              <a:ext cx="54982" cy="21118"/>
            </a:xfrm>
            <a:custGeom>
              <a:avLst/>
              <a:gdLst/>
              <a:ahLst/>
              <a:cxnLst/>
              <a:rect l="l" t="t" r="r" b="b"/>
              <a:pathLst>
                <a:path w="2036" h="782" extrusionOk="0">
                  <a:moveTo>
                    <a:pt x="935" y="168"/>
                  </a:moveTo>
                  <a:cubicBezTo>
                    <a:pt x="1201" y="168"/>
                    <a:pt x="1468" y="168"/>
                    <a:pt x="1735" y="201"/>
                  </a:cubicBezTo>
                  <a:cubicBezTo>
                    <a:pt x="1307" y="442"/>
                    <a:pt x="707" y="640"/>
                    <a:pt x="401" y="640"/>
                  </a:cubicBezTo>
                  <a:cubicBezTo>
                    <a:pt x="325" y="640"/>
                    <a:pt x="267" y="628"/>
                    <a:pt x="234" y="601"/>
                  </a:cubicBezTo>
                  <a:cubicBezTo>
                    <a:pt x="201" y="568"/>
                    <a:pt x="167" y="535"/>
                    <a:pt x="201" y="435"/>
                  </a:cubicBezTo>
                  <a:cubicBezTo>
                    <a:pt x="234" y="201"/>
                    <a:pt x="568" y="168"/>
                    <a:pt x="935" y="168"/>
                  </a:cubicBezTo>
                  <a:close/>
                  <a:moveTo>
                    <a:pt x="1001" y="1"/>
                  </a:moveTo>
                  <a:cubicBezTo>
                    <a:pt x="559" y="1"/>
                    <a:pt x="117" y="84"/>
                    <a:pt x="34" y="401"/>
                  </a:cubicBezTo>
                  <a:cubicBezTo>
                    <a:pt x="1" y="501"/>
                    <a:pt x="34" y="635"/>
                    <a:pt x="134" y="701"/>
                  </a:cubicBezTo>
                  <a:cubicBezTo>
                    <a:pt x="207" y="750"/>
                    <a:pt x="263" y="781"/>
                    <a:pt x="326" y="781"/>
                  </a:cubicBezTo>
                  <a:cubicBezTo>
                    <a:pt x="350" y="781"/>
                    <a:pt x="374" y="777"/>
                    <a:pt x="401" y="768"/>
                  </a:cubicBezTo>
                  <a:cubicBezTo>
                    <a:pt x="968" y="701"/>
                    <a:pt x="1502" y="535"/>
                    <a:pt x="2002" y="234"/>
                  </a:cubicBezTo>
                  <a:cubicBezTo>
                    <a:pt x="2002" y="234"/>
                    <a:pt x="2035" y="201"/>
                    <a:pt x="2035" y="168"/>
                  </a:cubicBezTo>
                  <a:cubicBezTo>
                    <a:pt x="2002" y="134"/>
                    <a:pt x="2002" y="101"/>
                    <a:pt x="1969" y="101"/>
                  </a:cubicBezTo>
                  <a:cubicBezTo>
                    <a:pt x="1885" y="84"/>
                    <a:pt x="1443" y="1"/>
                    <a:pt x="1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3"/>
            <p:cNvSpPr/>
            <p:nvPr/>
          </p:nvSpPr>
          <p:spPr>
            <a:xfrm>
              <a:off x="6156844" y="4216405"/>
              <a:ext cx="38779" cy="32001"/>
            </a:xfrm>
            <a:custGeom>
              <a:avLst/>
              <a:gdLst/>
              <a:ahLst/>
              <a:cxnLst/>
              <a:rect l="l" t="t" r="r" b="b"/>
              <a:pathLst>
                <a:path w="1436" h="1185" extrusionOk="0">
                  <a:moveTo>
                    <a:pt x="468" y="151"/>
                  </a:moveTo>
                  <a:cubicBezTo>
                    <a:pt x="501" y="151"/>
                    <a:pt x="568" y="184"/>
                    <a:pt x="601" y="184"/>
                  </a:cubicBezTo>
                  <a:cubicBezTo>
                    <a:pt x="901" y="384"/>
                    <a:pt x="1135" y="684"/>
                    <a:pt x="1268" y="985"/>
                  </a:cubicBezTo>
                  <a:cubicBezTo>
                    <a:pt x="835" y="918"/>
                    <a:pt x="201" y="551"/>
                    <a:pt x="167" y="318"/>
                  </a:cubicBezTo>
                  <a:cubicBezTo>
                    <a:pt x="167" y="318"/>
                    <a:pt x="167" y="251"/>
                    <a:pt x="301" y="184"/>
                  </a:cubicBezTo>
                  <a:cubicBezTo>
                    <a:pt x="334" y="184"/>
                    <a:pt x="401" y="151"/>
                    <a:pt x="468" y="151"/>
                  </a:cubicBezTo>
                  <a:close/>
                  <a:moveTo>
                    <a:pt x="418" y="1"/>
                  </a:moveTo>
                  <a:cubicBezTo>
                    <a:pt x="343" y="1"/>
                    <a:pt x="268" y="17"/>
                    <a:pt x="201" y="51"/>
                  </a:cubicBezTo>
                  <a:cubicBezTo>
                    <a:pt x="1" y="151"/>
                    <a:pt x="1" y="251"/>
                    <a:pt x="1" y="351"/>
                  </a:cubicBezTo>
                  <a:cubicBezTo>
                    <a:pt x="67" y="718"/>
                    <a:pt x="968" y="1118"/>
                    <a:pt x="1368" y="1185"/>
                  </a:cubicBezTo>
                  <a:cubicBezTo>
                    <a:pt x="1402" y="1185"/>
                    <a:pt x="1435" y="1151"/>
                    <a:pt x="1435" y="1151"/>
                  </a:cubicBezTo>
                  <a:cubicBezTo>
                    <a:pt x="1435" y="1118"/>
                    <a:pt x="1435" y="1085"/>
                    <a:pt x="1435" y="1051"/>
                  </a:cubicBezTo>
                  <a:cubicBezTo>
                    <a:pt x="1435" y="1018"/>
                    <a:pt x="1101" y="251"/>
                    <a:pt x="634" y="51"/>
                  </a:cubicBezTo>
                  <a:cubicBezTo>
                    <a:pt x="568" y="17"/>
                    <a:pt x="493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3"/>
            <p:cNvSpPr/>
            <p:nvPr/>
          </p:nvSpPr>
          <p:spPr>
            <a:xfrm>
              <a:off x="6138831" y="4028584"/>
              <a:ext cx="145071" cy="215338"/>
            </a:xfrm>
            <a:custGeom>
              <a:avLst/>
              <a:gdLst/>
              <a:ahLst/>
              <a:cxnLst/>
              <a:rect l="l" t="t" r="r" b="b"/>
              <a:pathLst>
                <a:path w="5372" h="7974" extrusionOk="0">
                  <a:moveTo>
                    <a:pt x="3003" y="1"/>
                  </a:moveTo>
                  <a:lnTo>
                    <a:pt x="1" y="1001"/>
                  </a:lnTo>
                  <a:lnTo>
                    <a:pt x="2336" y="7973"/>
                  </a:lnTo>
                  <a:lnTo>
                    <a:pt x="5371" y="6939"/>
                  </a:lnTo>
                  <a:lnTo>
                    <a:pt x="3003" y="1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3"/>
            <p:cNvSpPr/>
            <p:nvPr/>
          </p:nvSpPr>
          <p:spPr>
            <a:xfrm>
              <a:off x="6612663" y="3761935"/>
              <a:ext cx="205400" cy="197326"/>
            </a:xfrm>
            <a:custGeom>
              <a:avLst/>
              <a:gdLst/>
              <a:ahLst/>
              <a:cxnLst/>
              <a:rect l="l" t="t" r="r" b="b"/>
              <a:pathLst>
                <a:path w="7606" h="7307" extrusionOk="0">
                  <a:moveTo>
                    <a:pt x="2769" y="1"/>
                  </a:moveTo>
                  <a:lnTo>
                    <a:pt x="0" y="1635"/>
                  </a:lnTo>
                  <a:lnTo>
                    <a:pt x="4871" y="7306"/>
                  </a:lnTo>
                  <a:lnTo>
                    <a:pt x="7606" y="5672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3"/>
            <p:cNvSpPr/>
            <p:nvPr/>
          </p:nvSpPr>
          <p:spPr>
            <a:xfrm>
              <a:off x="6645123" y="3903334"/>
              <a:ext cx="236915" cy="192708"/>
            </a:xfrm>
            <a:custGeom>
              <a:avLst/>
              <a:gdLst/>
              <a:ahLst/>
              <a:cxnLst/>
              <a:rect l="l" t="t" r="r" b="b"/>
              <a:pathLst>
                <a:path w="8773" h="7136" extrusionOk="0">
                  <a:moveTo>
                    <a:pt x="6509" y="1"/>
                  </a:moveTo>
                  <a:cubicBezTo>
                    <a:pt x="6465" y="1"/>
                    <a:pt x="6418" y="12"/>
                    <a:pt x="6370" y="35"/>
                  </a:cubicBezTo>
                  <a:lnTo>
                    <a:pt x="3302" y="1837"/>
                  </a:lnTo>
                  <a:cubicBezTo>
                    <a:pt x="3135" y="1937"/>
                    <a:pt x="3001" y="2104"/>
                    <a:pt x="2968" y="2304"/>
                  </a:cubicBezTo>
                  <a:cubicBezTo>
                    <a:pt x="2601" y="3304"/>
                    <a:pt x="2167" y="4439"/>
                    <a:pt x="333" y="6140"/>
                  </a:cubicBezTo>
                  <a:cubicBezTo>
                    <a:pt x="0" y="6421"/>
                    <a:pt x="375" y="7135"/>
                    <a:pt x="1095" y="7135"/>
                  </a:cubicBezTo>
                  <a:cubicBezTo>
                    <a:pt x="1313" y="7135"/>
                    <a:pt x="1563" y="7070"/>
                    <a:pt x="1834" y="6907"/>
                  </a:cubicBezTo>
                  <a:cubicBezTo>
                    <a:pt x="2968" y="6240"/>
                    <a:pt x="4636" y="5139"/>
                    <a:pt x="5470" y="4672"/>
                  </a:cubicBezTo>
                  <a:cubicBezTo>
                    <a:pt x="6837" y="3838"/>
                    <a:pt x="7371" y="3605"/>
                    <a:pt x="8472" y="3004"/>
                  </a:cubicBezTo>
                  <a:cubicBezTo>
                    <a:pt x="8739" y="2837"/>
                    <a:pt x="8772" y="2504"/>
                    <a:pt x="8605" y="2270"/>
                  </a:cubicBezTo>
                  <a:lnTo>
                    <a:pt x="6704" y="102"/>
                  </a:lnTo>
                  <a:cubicBezTo>
                    <a:pt x="6661" y="37"/>
                    <a:pt x="6590" y="1"/>
                    <a:pt x="6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3"/>
            <p:cNvSpPr/>
            <p:nvPr/>
          </p:nvSpPr>
          <p:spPr>
            <a:xfrm>
              <a:off x="6015580" y="4203928"/>
              <a:ext cx="323250" cy="181096"/>
            </a:xfrm>
            <a:custGeom>
              <a:avLst/>
              <a:gdLst/>
              <a:ahLst/>
              <a:cxnLst/>
              <a:rect l="l" t="t" r="r" b="b"/>
              <a:pathLst>
                <a:path w="11970" h="6706" extrusionOk="0">
                  <a:moveTo>
                    <a:pt x="10210" y="0"/>
                  </a:moveTo>
                  <a:cubicBezTo>
                    <a:pt x="10184" y="0"/>
                    <a:pt x="10159" y="4"/>
                    <a:pt x="10135" y="12"/>
                  </a:cubicBezTo>
                  <a:lnTo>
                    <a:pt x="6833" y="1113"/>
                  </a:lnTo>
                  <a:cubicBezTo>
                    <a:pt x="6566" y="1213"/>
                    <a:pt x="6366" y="1380"/>
                    <a:pt x="6199" y="1580"/>
                  </a:cubicBezTo>
                  <a:cubicBezTo>
                    <a:pt x="4531" y="3548"/>
                    <a:pt x="2897" y="4549"/>
                    <a:pt x="495" y="5450"/>
                  </a:cubicBezTo>
                  <a:cubicBezTo>
                    <a:pt x="0" y="5604"/>
                    <a:pt x="394" y="6705"/>
                    <a:pt x="1491" y="6705"/>
                  </a:cubicBezTo>
                  <a:cubicBezTo>
                    <a:pt x="1577" y="6705"/>
                    <a:pt x="1668" y="6698"/>
                    <a:pt x="1763" y="6684"/>
                  </a:cubicBezTo>
                  <a:cubicBezTo>
                    <a:pt x="3897" y="6384"/>
                    <a:pt x="5398" y="5283"/>
                    <a:pt x="7133" y="4682"/>
                  </a:cubicBezTo>
                  <a:cubicBezTo>
                    <a:pt x="8634" y="4182"/>
                    <a:pt x="10335" y="3682"/>
                    <a:pt x="11536" y="3315"/>
                  </a:cubicBezTo>
                  <a:cubicBezTo>
                    <a:pt x="11836" y="3215"/>
                    <a:pt x="11970" y="2881"/>
                    <a:pt x="11836" y="2648"/>
                  </a:cubicBezTo>
                  <a:lnTo>
                    <a:pt x="10435" y="146"/>
                  </a:lnTo>
                  <a:cubicBezTo>
                    <a:pt x="10384" y="44"/>
                    <a:pt x="10295" y="0"/>
                    <a:pt x="10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3"/>
            <p:cNvSpPr/>
            <p:nvPr/>
          </p:nvSpPr>
          <p:spPr>
            <a:xfrm>
              <a:off x="6174208" y="1386402"/>
              <a:ext cx="334889" cy="341532"/>
            </a:xfrm>
            <a:custGeom>
              <a:avLst/>
              <a:gdLst/>
              <a:ahLst/>
              <a:cxnLst/>
              <a:rect l="l" t="t" r="r" b="b"/>
              <a:pathLst>
                <a:path w="12401" h="12647" extrusionOk="0">
                  <a:moveTo>
                    <a:pt x="4595" y="0"/>
                  </a:moveTo>
                  <a:cubicBezTo>
                    <a:pt x="1631" y="0"/>
                    <a:pt x="0" y="3500"/>
                    <a:pt x="2260" y="6775"/>
                  </a:cubicBezTo>
                  <a:cubicBezTo>
                    <a:pt x="3761" y="8877"/>
                    <a:pt x="5395" y="10845"/>
                    <a:pt x="7197" y="12646"/>
                  </a:cubicBezTo>
                  <a:lnTo>
                    <a:pt x="12400" y="7443"/>
                  </a:lnTo>
                  <a:cubicBezTo>
                    <a:pt x="12400" y="7443"/>
                    <a:pt x="7797" y="104"/>
                    <a:pt x="4762" y="4"/>
                  </a:cubicBezTo>
                  <a:cubicBezTo>
                    <a:pt x="4706" y="2"/>
                    <a:pt x="4650" y="0"/>
                    <a:pt x="45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3"/>
            <p:cNvSpPr/>
            <p:nvPr/>
          </p:nvSpPr>
          <p:spPr>
            <a:xfrm>
              <a:off x="6247824" y="1493693"/>
              <a:ext cx="77504" cy="182878"/>
            </a:xfrm>
            <a:custGeom>
              <a:avLst/>
              <a:gdLst/>
              <a:ahLst/>
              <a:cxnLst/>
              <a:rect l="l" t="t" r="r" b="b"/>
              <a:pathLst>
                <a:path w="2870" h="6772" extrusionOk="0">
                  <a:moveTo>
                    <a:pt x="701" y="0"/>
                  </a:moveTo>
                  <a:lnTo>
                    <a:pt x="1" y="3470"/>
                  </a:lnTo>
                  <a:cubicBezTo>
                    <a:pt x="901" y="4737"/>
                    <a:pt x="1869" y="5871"/>
                    <a:pt x="2669" y="6772"/>
                  </a:cubicBezTo>
                  <a:cubicBezTo>
                    <a:pt x="2869" y="5671"/>
                    <a:pt x="2736" y="4504"/>
                    <a:pt x="2269" y="3470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3"/>
            <p:cNvSpPr/>
            <p:nvPr/>
          </p:nvSpPr>
          <p:spPr>
            <a:xfrm>
              <a:off x="5803725" y="1378246"/>
              <a:ext cx="515282" cy="788384"/>
            </a:xfrm>
            <a:custGeom>
              <a:avLst/>
              <a:gdLst/>
              <a:ahLst/>
              <a:cxnLst/>
              <a:rect l="l" t="t" r="r" b="b"/>
              <a:pathLst>
                <a:path w="19081" h="29194" extrusionOk="0">
                  <a:moveTo>
                    <a:pt x="13959" y="1"/>
                  </a:moveTo>
                  <a:cubicBezTo>
                    <a:pt x="13765" y="1"/>
                    <a:pt x="13571" y="2"/>
                    <a:pt x="13377" y="6"/>
                  </a:cubicBezTo>
                  <a:cubicBezTo>
                    <a:pt x="10975" y="39"/>
                    <a:pt x="8573" y="206"/>
                    <a:pt x="6172" y="506"/>
                  </a:cubicBezTo>
                  <a:cubicBezTo>
                    <a:pt x="4537" y="773"/>
                    <a:pt x="2903" y="1173"/>
                    <a:pt x="1335" y="1707"/>
                  </a:cubicBezTo>
                  <a:cubicBezTo>
                    <a:pt x="1335" y="1707"/>
                    <a:pt x="1" y="3375"/>
                    <a:pt x="67" y="10780"/>
                  </a:cubicBezTo>
                  <a:cubicBezTo>
                    <a:pt x="67" y="12248"/>
                    <a:pt x="134" y="13916"/>
                    <a:pt x="301" y="15850"/>
                  </a:cubicBezTo>
                  <a:cubicBezTo>
                    <a:pt x="568" y="19386"/>
                    <a:pt x="1068" y="23756"/>
                    <a:pt x="1969" y="29193"/>
                  </a:cubicBezTo>
                  <a:lnTo>
                    <a:pt x="18914" y="28026"/>
                  </a:lnTo>
                  <a:cubicBezTo>
                    <a:pt x="18948" y="25391"/>
                    <a:pt x="16946" y="12782"/>
                    <a:pt x="19081" y="339"/>
                  </a:cubicBezTo>
                  <a:cubicBezTo>
                    <a:pt x="17374" y="130"/>
                    <a:pt x="15666" y="1"/>
                    <a:pt x="139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3"/>
            <p:cNvSpPr/>
            <p:nvPr/>
          </p:nvSpPr>
          <p:spPr>
            <a:xfrm>
              <a:off x="5805535" y="1590993"/>
              <a:ext cx="73886" cy="215311"/>
            </a:xfrm>
            <a:custGeom>
              <a:avLst/>
              <a:gdLst/>
              <a:ahLst/>
              <a:cxnLst/>
              <a:rect l="l" t="t" r="r" b="b"/>
              <a:pathLst>
                <a:path w="2736" h="7973" extrusionOk="0">
                  <a:moveTo>
                    <a:pt x="2302" y="0"/>
                  </a:moveTo>
                  <a:lnTo>
                    <a:pt x="0" y="2902"/>
                  </a:lnTo>
                  <a:cubicBezTo>
                    <a:pt x="0" y="4370"/>
                    <a:pt x="67" y="6038"/>
                    <a:pt x="234" y="7972"/>
                  </a:cubicBezTo>
                  <a:cubicBezTo>
                    <a:pt x="1135" y="6004"/>
                    <a:pt x="2736" y="2135"/>
                    <a:pt x="2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3"/>
            <p:cNvSpPr/>
            <p:nvPr/>
          </p:nvSpPr>
          <p:spPr>
            <a:xfrm>
              <a:off x="5606453" y="1422859"/>
              <a:ext cx="349526" cy="293355"/>
            </a:xfrm>
            <a:custGeom>
              <a:avLst/>
              <a:gdLst/>
              <a:ahLst/>
              <a:cxnLst/>
              <a:rect l="l" t="t" r="r" b="b"/>
              <a:pathLst>
                <a:path w="12943" h="10863" extrusionOk="0">
                  <a:moveTo>
                    <a:pt x="9324" y="1"/>
                  </a:moveTo>
                  <a:cubicBezTo>
                    <a:pt x="8882" y="1"/>
                    <a:pt x="8389" y="50"/>
                    <a:pt x="7839" y="155"/>
                  </a:cubicBezTo>
                  <a:cubicBezTo>
                    <a:pt x="5104" y="755"/>
                    <a:pt x="2469" y="1689"/>
                    <a:pt x="0" y="2924"/>
                  </a:cubicBezTo>
                  <a:lnTo>
                    <a:pt x="5004" y="10863"/>
                  </a:lnTo>
                  <a:cubicBezTo>
                    <a:pt x="5004" y="10863"/>
                    <a:pt x="11042" y="8094"/>
                    <a:pt x="12009" y="5225"/>
                  </a:cubicBezTo>
                  <a:cubicBezTo>
                    <a:pt x="12942" y="2396"/>
                    <a:pt x="12397" y="1"/>
                    <a:pt x="93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3"/>
            <p:cNvSpPr/>
            <p:nvPr/>
          </p:nvSpPr>
          <p:spPr>
            <a:xfrm>
              <a:off x="6138831" y="4028584"/>
              <a:ext cx="114420" cy="123440"/>
            </a:xfrm>
            <a:custGeom>
              <a:avLst/>
              <a:gdLst/>
              <a:ahLst/>
              <a:cxnLst/>
              <a:rect l="l" t="t" r="r" b="b"/>
              <a:pathLst>
                <a:path w="4237" h="4571" extrusionOk="0">
                  <a:moveTo>
                    <a:pt x="3003" y="1"/>
                  </a:moveTo>
                  <a:lnTo>
                    <a:pt x="1" y="1001"/>
                  </a:lnTo>
                  <a:lnTo>
                    <a:pt x="1201" y="4571"/>
                  </a:lnTo>
                  <a:lnTo>
                    <a:pt x="4237" y="3570"/>
                  </a:lnTo>
                  <a:lnTo>
                    <a:pt x="3003" y="1"/>
                  </a:ln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3"/>
            <p:cNvSpPr/>
            <p:nvPr/>
          </p:nvSpPr>
          <p:spPr>
            <a:xfrm>
              <a:off x="6613554" y="3761935"/>
              <a:ext cx="141452" cy="122549"/>
            </a:xfrm>
            <a:custGeom>
              <a:avLst/>
              <a:gdLst/>
              <a:ahLst/>
              <a:cxnLst/>
              <a:rect l="l" t="t" r="r" b="b"/>
              <a:pathLst>
                <a:path w="5238" h="4538" extrusionOk="0">
                  <a:moveTo>
                    <a:pt x="2736" y="1"/>
                  </a:moveTo>
                  <a:lnTo>
                    <a:pt x="1" y="1635"/>
                  </a:lnTo>
                  <a:lnTo>
                    <a:pt x="2503" y="4538"/>
                  </a:lnTo>
                  <a:lnTo>
                    <a:pt x="5238" y="2936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3"/>
            <p:cNvSpPr/>
            <p:nvPr/>
          </p:nvSpPr>
          <p:spPr>
            <a:xfrm>
              <a:off x="5908235" y="955157"/>
              <a:ext cx="268079" cy="336158"/>
            </a:xfrm>
            <a:custGeom>
              <a:avLst/>
              <a:gdLst/>
              <a:ahLst/>
              <a:cxnLst/>
              <a:rect l="l" t="t" r="r" b="b"/>
              <a:pathLst>
                <a:path w="9927" h="12448" extrusionOk="0">
                  <a:moveTo>
                    <a:pt x="5435" y="0"/>
                  </a:moveTo>
                  <a:cubicBezTo>
                    <a:pt x="4933" y="0"/>
                    <a:pt x="4415" y="94"/>
                    <a:pt x="3903" y="295"/>
                  </a:cubicBezTo>
                  <a:cubicBezTo>
                    <a:pt x="767" y="1463"/>
                    <a:pt x="0" y="6099"/>
                    <a:pt x="500" y="8968"/>
                  </a:cubicBezTo>
                  <a:cubicBezTo>
                    <a:pt x="808" y="11120"/>
                    <a:pt x="2647" y="12448"/>
                    <a:pt x="4553" y="12448"/>
                  </a:cubicBezTo>
                  <a:cubicBezTo>
                    <a:pt x="5543" y="12448"/>
                    <a:pt x="6551" y="12090"/>
                    <a:pt x="7372" y="11303"/>
                  </a:cubicBezTo>
                  <a:cubicBezTo>
                    <a:pt x="9073" y="9735"/>
                    <a:pt x="9140" y="7901"/>
                    <a:pt x="9540" y="4765"/>
                  </a:cubicBezTo>
                  <a:cubicBezTo>
                    <a:pt x="9927" y="2143"/>
                    <a:pt x="7847" y="0"/>
                    <a:pt x="5435" y="0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3"/>
            <p:cNvSpPr/>
            <p:nvPr/>
          </p:nvSpPr>
          <p:spPr>
            <a:xfrm>
              <a:off x="5993814" y="994098"/>
              <a:ext cx="315310" cy="275964"/>
            </a:xfrm>
            <a:custGeom>
              <a:avLst/>
              <a:gdLst/>
              <a:ahLst/>
              <a:cxnLst/>
              <a:rect l="l" t="t" r="r" b="b"/>
              <a:pathLst>
                <a:path w="11676" h="10219" extrusionOk="0">
                  <a:moveTo>
                    <a:pt x="3565" y="0"/>
                  </a:moveTo>
                  <a:cubicBezTo>
                    <a:pt x="2261" y="0"/>
                    <a:pt x="1208" y="357"/>
                    <a:pt x="901" y="1188"/>
                  </a:cubicBezTo>
                  <a:cubicBezTo>
                    <a:pt x="0" y="3623"/>
                    <a:pt x="467" y="8627"/>
                    <a:pt x="1301" y="9627"/>
                  </a:cubicBezTo>
                  <a:cubicBezTo>
                    <a:pt x="1673" y="10059"/>
                    <a:pt x="2442" y="10218"/>
                    <a:pt x="3234" y="10218"/>
                  </a:cubicBezTo>
                  <a:cubicBezTo>
                    <a:pt x="4218" y="10218"/>
                    <a:pt x="5238" y="9972"/>
                    <a:pt x="5571" y="9694"/>
                  </a:cubicBezTo>
                  <a:cubicBezTo>
                    <a:pt x="6171" y="9194"/>
                    <a:pt x="11675" y="5925"/>
                    <a:pt x="10374" y="3156"/>
                  </a:cubicBezTo>
                  <a:cubicBezTo>
                    <a:pt x="9539" y="1332"/>
                    <a:pt x="6083" y="0"/>
                    <a:pt x="35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3"/>
            <p:cNvSpPr/>
            <p:nvPr/>
          </p:nvSpPr>
          <p:spPr>
            <a:xfrm>
              <a:off x="6235213" y="1056804"/>
              <a:ext cx="74804" cy="59465"/>
            </a:xfrm>
            <a:custGeom>
              <a:avLst/>
              <a:gdLst/>
              <a:ahLst/>
              <a:cxnLst/>
              <a:rect l="l" t="t" r="r" b="b"/>
              <a:pathLst>
                <a:path w="2770" h="2202" extrusionOk="0">
                  <a:moveTo>
                    <a:pt x="1" y="0"/>
                  </a:moveTo>
                  <a:lnTo>
                    <a:pt x="1" y="0"/>
                  </a:lnTo>
                  <a:cubicBezTo>
                    <a:pt x="968" y="401"/>
                    <a:pt x="2069" y="1468"/>
                    <a:pt x="2769" y="2202"/>
                  </a:cubicBezTo>
                  <a:cubicBezTo>
                    <a:pt x="2269" y="234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3"/>
            <p:cNvSpPr/>
            <p:nvPr/>
          </p:nvSpPr>
          <p:spPr>
            <a:xfrm>
              <a:off x="5789305" y="826396"/>
              <a:ext cx="539776" cy="251065"/>
            </a:xfrm>
            <a:custGeom>
              <a:avLst/>
              <a:gdLst/>
              <a:ahLst/>
              <a:cxnLst/>
              <a:rect l="l" t="t" r="r" b="b"/>
              <a:pathLst>
                <a:path w="19988" h="9297" extrusionOk="0">
                  <a:moveTo>
                    <a:pt x="7268" y="0"/>
                  </a:moveTo>
                  <a:cubicBezTo>
                    <a:pt x="6633" y="0"/>
                    <a:pt x="5853" y="202"/>
                    <a:pt x="4871" y="693"/>
                  </a:cubicBezTo>
                  <a:cubicBezTo>
                    <a:pt x="1" y="3128"/>
                    <a:pt x="6539" y="7965"/>
                    <a:pt x="9808" y="8199"/>
                  </a:cubicBezTo>
                  <a:cubicBezTo>
                    <a:pt x="9808" y="8199"/>
                    <a:pt x="12610" y="8799"/>
                    <a:pt x="16346" y="9266"/>
                  </a:cubicBezTo>
                  <a:cubicBezTo>
                    <a:pt x="16512" y="9287"/>
                    <a:pt x="16668" y="9297"/>
                    <a:pt x="16816" y="9297"/>
                  </a:cubicBezTo>
                  <a:cubicBezTo>
                    <a:pt x="19988" y="9297"/>
                    <a:pt x="18950" y="4691"/>
                    <a:pt x="16846" y="3862"/>
                  </a:cubicBezTo>
                  <a:cubicBezTo>
                    <a:pt x="16452" y="3710"/>
                    <a:pt x="16098" y="3650"/>
                    <a:pt x="15772" y="3650"/>
                  </a:cubicBezTo>
                  <a:cubicBezTo>
                    <a:pt x="14569" y="3650"/>
                    <a:pt x="13750" y="4464"/>
                    <a:pt x="12727" y="4464"/>
                  </a:cubicBezTo>
                  <a:cubicBezTo>
                    <a:pt x="12385" y="4464"/>
                    <a:pt x="12020" y="4372"/>
                    <a:pt x="11609" y="4129"/>
                  </a:cubicBezTo>
                  <a:cubicBezTo>
                    <a:pt x="10038" y="3170"/>
                    <a:pt x="9785" y="0"/>
                    <a:pt x="72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3"/>
            <p:cNvSpPr/>
            <p:nvPr/>
          </p:nvSpPr>
          <p:spPr>
            <a:xfrm>
              <a:off x="5868592" y="815297"/>
              <a:ext cx="238751" cy="214501"/>
            </a:xfrm>
            <a:custGeom>
              <a:avLst/>
              <a:gdLst/>
              <a:ahLst/>
              <a:cxnLst/>
              <a:rect l="l" t="t" r="r" b="b"/>
              <a:pathLst>
                <a:path w="8841" h="7943" extrusionOk="0">
                  <a:moveTo>
                    <a:pt x="3288" y="0"/>
                  </a:moveTo>
                  <a:cubicBezTo>
                    <a:pt x="3248" y="0"/>
                    <a:pt x="3209" y="1"/>
                    <a:pt x="3169" y="4"/>
                  </a:cubicBezTo>
                  <a:cubicBezTo>
                    <a:pt x="2369" y="37"/>
                    <a:pt x="1635" y="504"/>
                    <a:pt x="834" y="1405"/>
                  </a:cubicBezTo>
                  <a:cubicBezTo>
                    <a:pt x="134" y="2105"/>
                    <a:pt x="0" y="3172"/>
                    <a:pt x="434" y="4073"/>
                  </a:cubicBezTo>
                  <a:cubicBezTo>
                    <a:pt x="1435" y="6208"/>
                    <a:pt x="5037" y="7943"/>
                    <a:pt x="7339" y="7943"/>
                  </a:cubicBezTo>
                  <a:lnTo>
                    <a:pt x="7439" y="7943"/>
                  </a:lnTo>
                  <a:cubicBezTo>
                    <a:pt x="7506" y="7943"/>
                    <a:pt x="7539" y="7876"/>
                    <a:pt x="7539" y="7842"/>
                  </a:cubicBezTo>
                  <a:cubicBezTo>
                    <a:pt x="7539" y="7776"/>
                    <a:pt x="7506" y="7742"/>
                    <a:pt x="7439" y="7742"/>
                  </a:cubicBezTo>
                  <a:cubicBezTo>
                    <a:pt x="7397" y="7744"/>
                    <a:pt x="7354" y="7744"/>
                    <a:pt x="7311" y="7744"/>
                  </a:cubicBezTo>
                  <a:cubicBezTo>
                    <a:pt x="5038" y="7744"/>
                    <a:pt x="1584" y="6035"/>
                    <a:pt x="634" y="3973"/>
                  </a:cubicBezTo>
                  <a:cubicBezTo>
                    <a:pt x="201" y="3172"/>
                    <a:pt x="334" y="2205"/>
                    <a:pt x="968" y="1538"/>
                  </a:cubicBezTo>
                  <a:cubicBezTo>
                    <a:pt x="1735" y="671"/>
                    <a:pt x="2469" y="237"/>
                    <a:pt x="3169" y="204"/>
                  </a:cubicBezTo>
                  <a:cubicBezTo>
                    <a:pt x="3189" y="203"/>
                    <a:pt x="3209" y="203"/>
                    <a:pt x="3229" y="203"/>
                  </a:cubicBezTo>
                  <a:cubicBezTo>
                    <a:pt x="4305" y="203"/>
                    <a:pt x="5253" y="1086"/>
                    <a:pt x="6105" y="1905"/>
                  </a:cubicBezTo>
                  <a:cubicBezTo>
                    <a:pt x="6911" y="2651"/>
                    <a:pt x="7663" y="3370"/>
                    <a:pt x="8457" y="3370"/>
                  </a:cubicBezTo>
                  <a:cubicBezTo>
                    <a:pt x="8551" y="3370"/>
                    <a:pt x="8645" y="3360"/>
                    <a:pt x="8740" y="3339"/>
                  </a:cubicBezTo>
                  <a:cubicBezTo>
                    <a:pt x="8807" y="3339"/>
                    <a:pt x="8840" y="3273"/>
                    <a:pt x="8840" y="3206"/>
                  </a:cubicBezTo>
                  <a:cubicBezTo>
                    <a:pt x="8813" y="3179"/>
                    <a:pt x="8786" y="3130"/>
                    <a:pt x="8741" y="3130"/>
                  </a:cubicBezTo>
                  <a:cubicBezTo>
                    <a:pt x="8731" y="3130"/>
                    <a:pt x="8719" y="3133"/>
                    <a:pt x="8707" y="3139"/>
                  </a:cubicBezTo>
                  <a:cubicBezTo>
                    <a:pt x="8632" y="3155"/>
                    <a:pt x="8557" y="3163"/>
                    <a:pt x="8482" y="3163"/>
                  </a:cubicBezTo>
                  <a:cubicBezTo>
                    <a:pt x="7778" y="3163"/>
                    <a:pt x="7025" y="2494"/>
                    <a:pt x="6272" y="1771"/>
                  </a:cubicBezTo>
                  <a:cubicBezTo>
                    <a:pt x="5369" y="901"/>
                    <a:pt x="4405" y="0"/>
                    <a:pt x="32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3"/>
            <p:cNvSpPr/>
            <p:nvPr/>
          </p:nvSpPr>
          <p:spPr>
            <a:xfrm>
              <a:off x="5975397" y="1064393"/>
              <a:ext cx="80529" cy="98919"/>
            </a:xfrm>
            <a:custGeom>
              <a:avLst/>
              <a:gdLst/>
              <a:ahLst/>
              <a:cxnLst/>
              <a:rect l="l" t="t" r="r" b="b"/>
              <a:pathLst>
                <a:path w="2982" h="3663" extrusionOk="0">
                  <a:moveTo>
                    <a:pt x="1932" y="1"/>
                  </a:moveTo>
                  <a:cubicBezTo>
                    <a:pt x="1824" y="1"/>
                    <a:pt x="1707" y="17"/>
                    <a:pt x="1583" y="53"/>
                  </a:cubicBezTo>
                  <a:cubicBezTo>
                    <a:pt x="682" y="320"/>
                    <a:pt x="148" y="1654"/>
                    <a:pt x="48" y="2488"/>
                  </a:cubicBezTo>
                  <a:cubicBezTo>
                    <a:pt x="0" y="3162"/>
                    <a:pt x="300" y="3663"/>
                    <a:pt x="784" y="3663"/>
                  </a:cubicBezTo>
                  <a:cubicBezTo>
                    <a:pt x="970" y="3663"/>
                    <a:pt x="1184" y="3589"/>
                    <a:pt x="1416" y="3422"/>
                  </a:cubicBezTo>
                  <a:cubicBezTo>
                    <a:pt x="2050" y="2922"/>
                    <a:pt x="2517" y="2254"/>
                    <a:pt x="2750" y="1487"/>
                  </a:cubicBezTo>
                  <a:cubicBezTo>
                    <a:pt x="2982" y="706"/>
                    <a:pt x="2636" y="1"/>
                    <a:pt x="1932" y="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3"/>
            <p:cNvSpPr/>
            <p:nvPr/>
          </p:nvSpPr>
          <p:spPr>
            <a:xfrm>
              <a:off x="6019037" y="2135065"/>
              <a:ext cx="753088" cy="1752111"/>
            </a:xfrm>
            <a:custGeom>
              <a:avLst/>
              <a:gdLst/>
              <a:ahLst/>
              <a:cxnLst/>
              <a:rect l="l" t="t" r="r" b="b"/>
              <a:pathLst>
                <a:path w="27887" h="64881" extrusionOk="0">
                  <a:moveTo>
                    <a:pt x="10941" y="1"/>
                  </a:moveTo>
                  <a:lnTo>
                    <a:pt x="0" y="735"/>
                  </a:lnTo>
                  <a:cubicBezTo>
                    <a:pt x="0" y="735"/>
                    <a:pt x="4336" y="24752"/>
                    <a:pt x="6571" y="33725"/>
                  </a:cubicBezTo>
                  <a:cubicBezTo>
                    <a:pt x="9040" y="43532"/>
                    <a:pt x="22883" y="64881"/>
                    <a:pt x="22883" y="64881"/>
                  </a:cubicBezTo>
                  <a:lnTo>
                    <a:pt x="27887" y="61945"/>
                  </a:lnTo>
                  <a:cubicBezTo>
                    <a:pt x="27887" y="61945"/>
                    <a:pt x="17613" y="43765"/>
                    <a:pt x="16112" y="33992"/>
                  </a:cubicBezTo>
                  <a:cubicBezTo>
                    <a:pt x="14444" y="23384"/>
                    <a:pt x="10941" y="1"/>
                    <a:pt x="109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3"/>
            <p:cNvSpPr/>
            <p:nvPr/>
          </p:nvSpPr>
          <p:spPr>
            <a:xfrm>
              <a:off x="6587440" y="3758344"/>
              <a:ext cx="195489" cy="136051"/>
            </a:xfrm>
            <a:custGeom>
              <a:avLst/>
              <a:gdLst/>
              <a:ahLst/>
              <a:cxnLst/>
              <a:rect l="l" t="t" r="r" b="b"/>
              <a:pathLst>
                <a:path w="7239" h="5038" extrusionOk="0">
                  <a:moveTo>
                    <a:pt x="6205" y="1"/>
                  </a:moveTo>
                  <a:lnTo>
                    <a:pt x="34" y="3370"/>
                  </a:lnTo>
                  <a:cubicBezTo>
                    <a:pt x="0" y="3370"/>
                    <a:pt x="1602" y="5037"/>
                    <a:pt x="1602" y="5037"/>
                  </a:cubicBezTo>
                  <a:lnTo>
                    <a:pt x="7239" y="1702"/>
                  </a:lnTo>
                  <a:lnTo>
                    <a:pt x="62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3"/>
            <p:cNvSpPr/>
            <p:nvPr/>
          </p:nvSpPr>
          <p:spPr>
            <a:xfrm>
              <a:off x="6062272" y="2384295"/>
              <a:ext cx="138752" cy="652522"/>
            </a:xfrm>
            <a:custGeom>
              <a:avLst/>
              <a:gdLst/>
              <a:ahLst/>
              <a:cxnLst/>
              <a:rect l="l" t="t" r="r" b="b"/>
              <a:pathLst>
                <a:path w="5138" h="24163" extrusionOk="0">
                  <a:moveTo>
                    <a:pt x="727" y="0"/>
                  </a:moveTo>
                  <a:cubicBezTo>
                    <a:pt x="486" y="0"/>
                    <a:pt x="233" y="49"/>
                    <a:pt x="0" y="179"/>
                  </a:cubicBezTo>
                  <a:cubicBezTo>
                    <a:pt x="1435" y="7817"/>
                    <a:pt x="3503" y="18592"/>
                    <a:pt x="4870" y="24162"/>
                  </a:cubicBezTo>
                  <a:cubicBezTo>
                    <a:pt x="5137" y="16123"/>
                    <a:pt x="5104" y="545"/>
                    <a:pt x="934" y="12"/>
                  </a:cubicBezTo>
                  <a:cubicBezTo>
                    <a:pt x="867" y="4"/>
                    <a:pt x="798" y="0"/>
                    <a:pt x="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3"/>
            <p:cNvSpPr/>
            <p:nvPr/>
          </p:nvSpPr>
          <p:spPr>
            <a:xfrm>
              <a:off x="5856871" y="2145894"/>
              <a:ext cx="416201" cy="1998019"/>
            </a:xfrm>
            <a:custGeom>
              <a:avLst/>
              <a:gdLst/>
              <a:ahLst/>
              <a:cxnLst/>
              <a:rect l="l" t="t" r="r" b="b"/>
              <a:pathLst>
                <a:path w="15412" h="73987" extrusionOk="0">
                  <a:moveTo>
                    <a:pt x="11142" y="0"/>
                  </a:moveTo>
                  <a:lnTo>
                    <a:pt x="1" y="767"/>
                  </a:lnTo>
                  <a:cubicBezTo>
                    <a:pt x="1" y="767"/>
                    <a:pt x="268" y="24518"/>
                    <a:pt x="901" y="34191"/>
                  </a:cubicBezTo>
                  <a:cubicBezTo>
                    <a:pt x="1569" y="44265"/>
                    <a:pt x="10308" y="73986"/>
                    <a:pt x="10308" y="73986"/>
                  </a:cubicBezTo>
                  <a:lnTo>
                    <a:pt x="15412" y="72252"/>
                  </a:lnTo>
                  <a:cubicBezTo>
                    <a:pt x="15412" y="72252"/>
                    <a:pt x="10642" y="44232"/>
                    <a:pt x="10575" y="34325"/>
                  </a:cubicBezTo>
                  <a:cubicBezTo>
                    <a:pt x="10542" y="23517"/>
                    <a:pt x="11142" y="0"/>
                    <a:pt x="111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3"/>
            <p:cNvSpPr/>
            <p:nvPr/>
          </p:nvSpPr>
          <p:spPr>
            <a:xfrm>
              <a:off x="6091978" y="4028584"/>
              <a:ext cx="192816" cy="123440"/>
            </a:xfrm>
            <a:custGeom>
              <a:avLst/>
              <a:gdLst/>
              <a:ahLst/>
              <a:cxnLst/>
              <a:rect l="l" t="t" r="r" b="b"/>
              <a:pathLst>
                <a:path w="7140" h="4571" extrusionOk="0">
                  <a:moveTo>
                    <a:pt x="7106" y="1"/>
                  </a:moveTo>
                  <a:lnTo>
                    <a:pt x="34" y="2536"/>
                  </a:lnTo>
                  <a:cubicBezTo>
                    <a:pt x="1" y="2536"/>
                    <a:pt x="935" y="4571"/>
                    <a:pt x="935" y="4571"/>
                  </a:cubicBezTo>
                  <a:lnTo>
                    <a:pt x="7139" y="2502"/>
                  </a:lnTo>
                  <a:lnTo>
                    <a:pt x="71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3"/>
            <p:cNvSpPr/>
            <p:nvPr/>
          </p:nvSpPr>
          <p:spPr>
            <a:xfrm>
              <a:off x="5015528" y="1054995"/>
              <a:ext cx="47772" cy="53173"/>
            </a:xfrm>
            <a:custGeom>
              <a:avLst/>
              <a:gdLst/>
              <a:ahLst/>
              <a:cxnLst/>
              <a:rect l="l" t="t" r="r" b="b"/>
              <a:pathLst>
                <a:path w="1769" h="1969" extrusionOk="0">
                  <a:moveTo>
                    <a:pt x="300" y="1"/>
                  </a:moveTo>
                  <a:lnTo>
                    <a:pt x="0" y="267"/>
                  </a:lnTo>
                  <a:lnTo>
                    <a:pt x="1468" y="1969"/>
                  </a:lnTo>
                  <a:lnTo>
                    <a:pt x="1768" y="1668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3"/>
            <p:cNvSpPr/>
            <p:nvPr/>
          </p:nvSpPr>
          <p:spPr>
            <a:xfrm>
              <a:off x="5064164" y="907250"/>
              <a:ext cx="68485" cy="162192"/>
            </a:xfrm>
            <a:custGeom>
              <a:avLst/>
              <a:gdLst/>
              <a:ahLst/>
              <a:cxnLst/>
              <a:rect l="l" t="t" r="r" b="b"/>
              <a:pathLst>
                <a:path w="2536" h="6006" extrusionOk="0">
                  <a:moveTo>
                    <a:pt x="401" y="1"/>
                  </a:moveTo>
                  <a:lnTo>
                    <a:pt x="0" y="134"/>
                  </a:lnTo>
                  <a:lnTo>
                    <a:pt x="2135" y="6005"/>
                  </a:lnTo>
                  <a:lnTo>
                    <a:pt x="2536" y="5872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3"/>
            <p:cNvSpPr/>
            <p:nvPr/>
          </p:nvSpPr>
          <p:spPr>
            <a:xfrm>
              <a:off x="5192087" y="959505"/>
              <a:ext cx="17121" cy="99108"/>
            </a:xfrm>
            <a:custGeom>
              <a:avLst/>
              <a:gdLst/>
              <a:ahLst/>
              <a:cxnLst/>
              <a:rect l="l" t="t" r="r" b="b"/>
              <a:pathLst>
                <a:path w="634" h="3670" extrusionOk="0">
                  <a:moveTo>
                    <a:pt x="200" y="1"/>
                  </a:moveTo>
                  <a:lnTo>
                    <a:pt x="0" y="3637"/>
                  </a:lnTo>
                  <a:lnTo>
                    <a:pt x="400" y="3670"/>
                  </a:lnTo>
                  <a:lnTo>
                    <a:pt x="634" y="34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3"/>
            <p:cNvSpPr/>
            <p:nvPr/>
          </p:nvSpPr>
          <p:spPr>
            <a:xfrm>
              <a:off x="5252444" y="952294"/>
              <a:ext cx="68485" cy="121658"/>
            </a:xfrm>
            <a:custGeom>
              <a:avLst/>
              <a:gdLst/>
              <a:ahLst/>
              <a:cxnLst/>
              <a:rect l="l" t="t" r="r" b="b"/>
              <a:pathLst>
                <a:path w="2536" h="4505" extrusionOk="0">
                  <a:moveTo>
                    <a:pt x="2135" y="1"/>
                  </a:moveTo>
                  <a:lnTo>
                    <a:pt x="0" y="4337"/>
                  </a:lnTo>
                  <a:lnTo>
                    <a:pt x="367" y="4504"/>
                  </a:lnTo>
                  <a:lnTo>
                    <a:pt x="2535" y="168"/>
                  </a:lnTo>
                  <a:lnTo>
                    <a:pt x="21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3"/>
            <p:cNvSpPr/>
            <p:nvPr/>
          </p:nvSpPr>
          <p:spPr>
            <a:xfrm>
              <a:off x="5308290" y="1075708"/>
              <a:ext cx="37861" cy="24359"/>
            </a:xfrm>
            <a:custGeom>
              <a:avLst/>
              <a:gdLst/>
              <a:ahLst/>
              <a:cxnLst/>
              <a:rect l="l" t="t" r="r" b="b"/>
              <a:pathLst>
                <a:path w="1402" h="902" extrusionOk="0">
                  <a:moveTo>
                    <a:pt x="1268" y="1"/>
                  </a:moveTo>
                  <a:lnTo>
                    <a:pt x="0" y="534"/>
                  </a:lnTo>
                  <a:lnTo>
                    <a:pt x="167" y="901"/>
                  </a:lnTo>
                  <a:lnTo>
                    <a:pt x="1401" y="401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44"/>
          <p:cNvSpPr txBox="1">
            <a:spLocks noGrp="1"/>
          </p:cNvSpPr>
          <p:nvPr>
            <p:ph type="body" idx="1"/>
          </p:nvPr>
        </p:nvSpPr>
        <p:spPr>
          <a:xfrm>
            <a:off x="671750" y="127705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AI generated stock market predictions</a:t>
            </a:r>
            <a:endParaRPr sz="1600"/>
          </a:p>
          <a:p>
            <a:pPr marL="457200" lvl="0" indent="-3302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Intelligence and precision through different type of factors</a:t>
            </a:r>
            <a:endParaRPr sz="1600"/>
          </a:p>
          <a:p>
            <a:pPr marL="914400" lvl="1" indent="-3302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Historical factors</a:t>
            </a:r>
            <a:endParaRPr sz="1600"/>
          </a:p>
          <a:p>
            <a:pPr marL="914400" lvl="1" indent="-3302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External factors</a:t>
            </a:r>
            <a:endParaRPr sz="1600"/>
          </a:p>
          <a:p>
            <a:pPr marL="914400" lvl="1" indent="-3302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Real time data</a:t>
            </a:r>
            <a:endParaRPr sz="1600"/>
          </a:p>
          <a:p>
            <a:pPr marL="457200" lvl="0" indent="-3302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Minimize risks, maximize profits</a:t>
            </a:r>
            <a:endParaRPr sz="1600"/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973" name="Google Shape;973;p44"/>
          <p:cNvSpPr txBox="1">
            <a:spLocks noGrp="1"/>
          </p:cNvSpPr>
          <p:nvPr>
            <p:ph type="title"/>
          </p:nvPr>
        </p:nvSpPr>
        <p:spPr>
          <a:xfrm>
            <a:off x="1243050" y="522375"/>
            <a:ext cx="6200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74" name="Google Shape;974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975" name="Google Shape;97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925" y="4444675"/>
            <a:ext cx="537450" cy="537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44"/>
          <p:cNvSpPr txBox="1"/>
          <p:nvPr/>
        </p:nvSpPr>
        <p:spPr>
          <a:xfrm>
            <a:off x="826100" y="4536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Conclusion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45"/>
          <p:cNvSpPr txBox="1">
            <a:spLocks noGrp="1"/>
          </p:cNvSpPr>
          <p:nvPr>
            <p:ph type="subTitle" idx="1"/>
          </p:nvPr>
        </p:nvSpPr>
        <p:spPr>
          <a:xfrm>
            <a:off x="3187050" y="2955025"/>
            <a:ext cx="2731800" cy="7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Any Questions?</a:t>
            </a:r>
            <a:endParaRPr sz="2200"/>
          </a:p>
        </p:txBody>
      </p:sp>
      <p:sp>
        <p:nvSpPr>
          <p:cNvPr id="982" name="Google Shape;982;p45"/>
          <p:cNvSpPr txBox="1">
            <a:spLocks noGrp="1"/>
          </p:cNvSpPr>
          <p:nvPr>
            <p:ph type="subTitle" idx="2"/>
          </p:nvPr>
        </p:nvSpPr>
        <p:spPr>
          <a:xfrm>
            <a:off x="3278850" y="3950952"/>
            <a:ext cx="2586300" cy="7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tarde.hunter.ai@gmail.com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+34 634 44 02 94</a:t>
            </a:r>
            <a:endParaRPr sz="1200"/>
          </a:p>
        </p:txBody>
      </p:sp>
      <p:sp>
        <p:nvSpPr>
          <p:cNvPr id="983" name="Google Shape;983;p45"/>
          <p:cNvSpPr/>
          <p:nvPr/>
        </p:nvSpPr>
        <p:spPr>
          <a:xfrm>
            <a:off x="5918850" y="2133575"/>
            <a:ext cx="2731800" cy="942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84" name="Google Shape;984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985" name="Google Shape;985;p45"/>
          <p:cNvSpPr txBox="1">
            <a:spLocks noGrp="1"/>
          </p:cNvSpPr>
          <p:nvPr>
            <p:ph type="ctrTitle"/>
          </p:nvPr>
        </p:nvSpPr>
        <p:spPr>
          <a:xfrm>
            <a:off x="1839000" y="1389575"/>
            <a:ext cx="5427900" cy="16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Thanks!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estment Newsletter by Slidesgo">
  <a:themeElements>
    <a:clrScheme name="Simple Light">
      <a:dk1>
        <a:srgbClr val="434343"/>
      </a:dk1>
      <a:lt1>
        <a:srgbClr val="FFFFFF"/>
      </a:lt1>
      <a:dk2>
        <a:srgbClr val="93C47D"/>
      </a:dk2>
      <a:lt2>
        <a:srgbClr val="6AA84F"/>
      </a:lt2>
      <a:accent1>
        <a:srgbClr val="4F8D34"/>
      </a:accent1>
      <a:accent2>
        <a:srgbClr val="38761D"/>
      </a:accent2>
      <a:accent3>
        <a:srgbClr val="F6B26B"/>
      </a:accent3>
      <a:accent4>
        <a:srgbClr val="E69138"/>
      </a:accent4>
      <a:accent5>
        <a:srgbClr val="263238"/>
      </a:accent5>
      <a:accent6>
        <a:srgbClr val="E0E0E0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Microsoft Office PowerPoint</Application>
  <PresentationFormat>Presentación en pantalla (16:9)</PresentationFormat>
  <Paragraphs>88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Arial</vt:lpstr>
      <vt:lpstr>Overpass Black</vt:lpstr>
      <vt:lpstr>Roboto</vt:lpstr>
      <vt:lpstr>Overpass</vt:lpstr>
      <vt:lpstr>Rubik</vt:lpstr>
      <vt:lpstr>Rubik Black</vt:lpstr>
      <vt:lpstr>Investment Newsletter by Slidesgo</vt:lpstr>
      <vt:lpstr>Presentación de PowerPoint</vt:lpstr>
      <vt:lpstr>INDEX</vt:lpstr>
      <vt:lpstr>Problem analysis</vt:lpstr>
      <vt:lpstr>Description of the problem</vt:lpstr>
      <vt:lpstr>Objectives</vt:lpstr>
      <vt:lpstr>Functionalities of the product</vt:lpstr>
      <vt:lpstr>SDG GOALS</vt:lpstr>
      <vt:lpstr>SDG alignment</vt:lpstr>
      <vt:lpstr>MARKET</vt:lpstr>
      <vt:lpstr>Customers</vt:lpstr>
      <vt:lpstr>Competitors analysis</vt:lpstr>
      <vt:lpstr>Solution’s added value</vt:lpstr>
      <vt:lpstr>CONCLUSION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Unai Laskurain</cp:lastModifiedBy>
  <cp:revision>1</cp:revision>
  <dcterms:modified xsi:type="dcterms:W3CDTF">2023-11-23T13:32:42Z</dcterms:modified>
</cp:coreProperties>
</file>